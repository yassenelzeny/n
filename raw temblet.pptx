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4"/>
  </p:sldMasterIdLst>
  <p:notesMasterIdLst>
    <p:notesMasterId r:id="rId17"/>
  </p:notesMasterIdLst>
  <p:sldIdLst>
    <p:sldId id="256" r:id="rId5"/>
    <p:sldId id="281" r:id="rId6"/>
    <p:sldId id="284" r:id="rId7"/>
    <p:sldId id="280" r:id="rId8"/>
    <p:sldId id="285" r:id="rId9"/>
    <p:sldId id="286" r:id="rId10"/>
    <p:sldId id="293" r:id="rId11"/>
    <p:sldId id="287" r:id="rId12"/>
    <p:sldId id="288" r:id="rId13"/>
    <p:sldId id="289" r:id="rId14"/>
    <p:sldId id="290" r:id="rId15"/>
    <p:sldId id="27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5394" autoAdjust="0"/>
  </p:normalViewPr>
  <p:slideViewPr>
    <p:cSldViewPr snapToGrid="0">
      <p:cViewPr varScale="1">
        <p:scale>
          <a:sx n="69" d="100"/>
          <a:sy n="69" d="100"/>
        </p:scale>
        <p:origin x="-768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4315AF-35AC-4783-9EB0-A764972CD617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CE6CD2-CA5C-4336-9EB5-7810D89D7A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1- Browser logic</a:t>
          </a:r>
        </a:p>
      </dgm:t>
    </dgm:pt>
    <dgm:pt modelId="{9C61FC30-18E5-461C-BCA8-C5F9A8CA3044}" type="parTrans" cxnId="{268A6961-DE3C-4593-A502-F6E06809BD78}">
      <dgm:prSet/>
      <dgm:spPr/>
      <dgm:t>
        <a:bodyPr/>
        <a:lstStyle/>
        <a:p>
          <a:endParaRPr lang="en-US"/>
        </a:p>
      </dgm:t>
    </dgm:pt>
    <dgm:pt modelId="{F3C88B01-FDF9-4360-8796-D45C9B6220BA}" type="sibTrans" cxnId="{268A6961-DE3C-4593-A502-F6E06809BD78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4137F407-D908-4B22-9D80-4C73C0C629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2-Scan logic </a:t>
          </a:r>
          <a:endParaRPr lang="en-US" dirty="0"/>
        </a:p>
      </dgm:t>
    </dgm:pt>
    <dgm:pt modelId="{2CB09278-418B-4089-8AD5-8EE6BB6DA05A}" type="parTrans" cxnId="{6587D102-1328-4F5B-B230-28422D960DDE}">
      <dgm:prSet/>
      <dgm:spPr/>
      <dgm:t>
        <a:bodyPr/>
        <a:lstStyle/>
        <a:p>
          <a:endParaRPr lang="en-US"/>
        </a:p>
      </dgm:t>
    </dgm:pt>
    <dgm:pt modelId="{C4143F4D-8626-4E7B-A153-DC2CA84EAE51}" type="sibTrans" cxnId="{6587D102-1328-4F5B-B230-28422D960DDE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9D0FAFCE-6977-40FC-B9B0-B76C11E288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3- Helper logic </a:t>
          </a:r>
          <a:endParaRPr lang="en-US" dirty="0"/>
        </a:p>
      </dgm:t>
    </dgm:pt>
    <dgm:pt modelId="{93824FCB-56CB-47AF-A58E-0EBFC8ABF9F9}" type="parTrans" cxnId="{9FA15BDE-27BC-4D42-AA2F-3ED4735F1ACC}">
      <dgm:prSet/>
      <dgm:spPr/>
      <dgm:t>
        <a:bodyPr/>
        <a:lstStyle/>
        <a:p>
          <a:endParaRPr lang="en-US"/>
        </a:p>
      </dgm:t>
    </dgm:pt>
    <dgm:pt modelId="{CA72BACA-A06F-41DF-AE3F-A6E22561D8FD}" type="sibTrans" cxnId="{9FA15BDE-27BC-4D42-AA2F-3ED4735F1ACC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28AEB7DB-AA9E-4781-B190-7E22E7F5FA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4- Delete logic </a:t>
          </a:r>
        </a:p>
      </dgm:t>
    </dgm:pt>
    <dgm:pt modelId="{68B83D2D-2BA2-47AD-9DBE-B25C5E96F898}" type="parTrans" cxnId="{E5DA4F07-E2AA-4B18-B957-D29310C41EEE}">
      <dgm:prSet/>
      <dgm:spPr/>
      <dgm:t>
        <a:bodyPr/>
        <a:lstStyle/>
        <a:p>
          <a:endParaRPr lang="en-US"/>
        </a:p>
      </dgm:t>
    </dgm:pt>
    <dgm:pt modelId="{EAFEED82-0D93-43CB-9EAE-4AA2CAA377CA}" type="sibTrans" cxnId="{E5DA4F07-E2AA-4B18-B957-D29310C41EEE}">
      <dgm:prSet>
        <dgm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DA0DA0D0-9F2C-4EB4-A37A-65BC82253F38}" type="pres">
      <dgm:prSet presAssocID="{854315AF-35AC-4783-9EB0-A764972CD617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371F494-64BB-4E76-A971-9B6FB2F4358D}" type="pres">
      <dgm:prSet presAssocID="{22CE6CD2-CA5C-4336-9EB5-7810D89D7A55}" presName="dummy" presStyleCnt="0"/>
      <dgm:spPr/>
    </dgm:pt>
    <dgm:pt modelId="{B8DF2DE1-ECA9-4990-8F94-47FD2CDD2479}" type="pres">
      <dgm:prSet presAssocID="{22CE6CD2-CA5C-4336-9EB5-7810D89D7A55}" presName="node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5AA332-0ABC-425A-8A12-0734106A09EE}" type="pres">
      <dgm:prSet presAssocID="{F3C88B01-FDF9-4360-8796-D45C9B6220BA}" presName="sibTrans" presStyleLbl="node1" presStyleIdx="0" presStyleCnt="4"/>
      <dgm:spPr/>
      <dgm:t>
        <a:bodyPr/>
        <a:lstStyle/>
        <a:p>
          <a:endParaRPr lang="en-US"/>
        </a:p>
      </dgm:t>
    </dgm:pt>
    <dgm:pt modelId="{93601591-4462-45F5-AA70-5375A6BA0431}" type="pres">
      <dgm:prSet presAssocID="{4137F407-D908-4B22-9D80-4C73C0C6296C}" presName="dummy" presStyleCnt="0"/>
      <dgm:spPr/>
    </dgm:pt>
    <dgm:pt modelId="{B5D74B6D-A440-4E1F-A0DF-8F59A77028BA}" type="pres">
      <dgm:prSet presAssocID="{4137F407-D908-4B22-9D80-4C73C0C6296C}" presName="node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E4623A-98EE-4238-8758-FE1DA46EC096}" type="pres">
      <dgm:prSet presAssocID="{C4143F4D-8626-4E7B-A153-DC2CA84EAE51}" presName="sibTrans" presStyleLbl="node1" presStyleIdx="1" presStyleCnt="4"/>
      <dgm:spPr/>
      <dgm:t>
        <a:bodyPr/>
        <a:lstStyle/>
        <a:p>
          <a:endParaRPr lang="en-US"/>
        </a:p>
      </dgm:t>
    </dgm:pt>
    <dgm:pt modelId="{5B58B644-C257-471C-97DF-B3D126676D75}" type="pres">
      <dgm:prSet presAssocID="{9D0FAFCE-6977-40FC-B9B0-B76C11E28811}" presName="dummy" presStyleCnt="0"/>
      <dgm:spPr/>
    </dgm:pt>
    <dgm:pt modelId="{F1C58D87-C5BB-4CE9-8C90-018CC6210CBD}" type="pres">
      <dgm:prSet presAssocID="{9D0FAFCE-6977-40FC-B9B0-B76C11E28811}" presName="node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3339DE-3E14-47D9-97B8-49117347A2C7}" type="pres">
      <dgm:prSet presAssocID="{CA72BACA-A06F-41DF-AE3F-A6E22561D8FD}" presName="sibTrans" presStyleLbl="node1" presStyleIdx="2" presStyleCnt="4"/>
      <dgm:spPr/>
      <dgm:t>
        <a:bodyPr/>
        <a:lstStyle/>
        <a:p>
          <a:endParaRPr lang="en-US"/>
        </a:p>
      </dgm:t>
    </dgm:pt>
    <dgm:pt modelId="{10ACB809-A77C-4C7C-8BFB-AA7790E08980}" type="pres">
      <dgm:prSet presAssocID="{28AEB7DB-AA9E-4781-B190-7E22E7F5FA78}" presName="dummy" presStyleCnt="0"/>
      <dgm:spPr/>
    </dgm:pt>
    <dgm:pt modelId="{08D89236-827E-46CE-8A3E-BBB5B671940D}" type="pres">
      <dgm:prSet presAssocID="{28AEB7DB-AA9E-4781-B190-7E22E7F5FA78}" presName="node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53570E-1534-4CDE-B829-2F67DD1B8FAA}" type="pres">
      <dgm:prSet presAssocID="{EAFEED82-0D93-43CB-9EAE-4AA2CAA377CA}" presName="sibTrans" presStyleLbl="node1" presStyleIdx="3" presStyleCnt="4"/>
      <dgm:spPr/>
      <dgm:t>
        <a:bodyPr/>
        <a:lstStyle/>
        <a:p>
          <a:endParaRPr lang="en-US"/>
        </a:p>
      </dgm:t>
    </dgm:pt>
  </dgm:ptLst>
  <dgm:cxnLst>
    <dgm:cxn modelId="{6587D102-1328-4F5B-B230-28422D960DDE}" srcId="{854315AF-35AC-4783-9EB0-A764972CD617}" destId="{4137F407-D908-4B22-9D80-4C73C0C6296C}" srcOrd="1" destOrd="0" parTransId="{2CB09278-418B-4089-8AD5-8EE6BB6DA05A}" sibTransId="{C4143F4D-8626-4E7B-A153-DC2CA84EAE51}"/>
    <dgm:cxn modelId="{173FA5B4-77F7-44B4-98A5-DE21CC5DBB29}" type="presOf" srcId="{F3C88B01-FDF9-4360-8796-D45C9B6220BA}" destId="{6E5AA332-0ABC-425A-8A12-0734106A09EE}" srcOrd="0" destOrd="0" presId="urn:microsoft.com/office/officeart/2005/8/layout/cycle1"/>
    <dgm:cxn modelId="{268A6961-DE3C-4593-A502-F6E06809BD78}" srcId="{854315AF-35AC-4783-9EB0-A764972CD617}" destId="{22CE6CD2-CA5C-4336-9EB5-7810D89D7A55}" srcOrd="0" destOrd="0" parTransId="{9C61FC30-18E5-461C-BCA8-C5F9A8CA3044}" sibTransId="{F3C88B01-FDF9-4360-8796-D45C9B6220BA}"/>
    <dgm:cxn modelId="{E5DA4F07-E2AA-4B18-B957-D29310C41EEE}" srcId="{854315AF-35AC-4783-9EB0-A764972CD617}" destId="{28AEB7DB-AA9E-4781-B190-7E22E7F5FA78}" srcOrd="3" destOrd="0" parTransId="{68B83D2D-2BA2-47AD-9DBE-B25C5E96F898}" sibTransId="{EAFEED82-0D93-43CB-9EAE-4AA2CAA377CA}"/>
    <dgm:cxn modelId="{F404EF91-D120-4E11-8D97-DE68CB500055}" type="presOf" srcId="{4137F407-D908-4B22-9D80-4C73C0C6296C}" destId="{B5D74B6D-A440-4E1F-A0DF-8F59A77028BA}" srcOrd="0" destOrd="0" presId="urn:microsoft.com/office/officeart/2005/8/layout/cycle1"/>
    <dgm:cxn modelId="{C1BCFD13-911A-4421-8397-F74B779AF803}" type="presOf" srcId="{22CE6CD2-CA5C-4336-9EB5-7810D89D7A55}" destId="{B8DF2DE1-ECA9-4990-8F94-47FD2CDD2479}" srcOrd="0" destOrd="0" presId="urn:microsoft.com/office/officeart/2005/8/layout/cycle1"/>
    <dgm:cxn modelId="{D8DF8C8A-087B-435F-9CC5-AF5C2737C36E}" type="presOf" srcId="{854315AF-35AC-4783-9EB0-A764972CD617}" destId="{DA0DA0D0-9F2C-4EB4-A37A-65BC82253F38}" srcOrd="0" destOrd="0" presId="urn:microsoft.com/office/officeart/2005/8/layout/cycle1"/>
    <dgm:cxn modelId="{9FA15BDE-27BC-4D42-AA2F-3ED4735F1ACC}" srcId="{854315AF-35AC-4783-9EB0-A764972CD617}" destId="{9D0FAFCE-6977-40FC-B9B0-B76C11E28811}" srcOrd="2" destOrd="0" parTransId="{93824FCB-56CB-47AF-A58E-0EBFC8ABF9F9}" sibTransId="{CA72BACA-A06F-41DF-AE3F-A6E22561D8FD}"/>
    <dgm:cxn modelId="{07FA7BB2-384B-4FFE-B877-24FF24DF790F}" type="presOf" srcId="{EAFEED82-0D93-43CB-9EAE-4AA2CAA377CA}" destId="{F153570E-1534-4CDE-B829-2F67DD1B8FAA}" srcOrd="0" destOrd="0" presId="urn:microsoft.com/office/officeart/2005/8/layout/cycle1"/>
    <dgm:cxn modelId="{E1BC7008-50E3-45CF-8BDA-830A6058E203}" type="presOf" srcId="{CA72BACA-A06F-41DF-AE3F-A6E22561D8FD}" destId="{1F3339DE-3E14-47D9-97B8-49117347A2C7}" srcOrd="0" destOrd="0" presId="urn:microsoft.com/office/officeart/2005/8/layout/cycle1"/>
    <dgm:cxn modelId="{E954C81C-6A97-4F01-9F6A-BBEA5B97E3DE}" type="presOf" srcId="{28AEB7DB-AA9E-4781-B190-7E22E7F5FA78}" destId="{08D89236-827E-46CE-8A3E-BBB5B671940D}" srcOrd="0" destOrd="0" presId="urn:microsoft.com/office/officeart/2005/8/layout/cycle1"/>
    <dgm:cxn modelId="{657C91A9-52B2-43A0-B8D8-70DBC5859AF5}" type="presOf" srcId="{C4143F4D-8626-4E7B-A153-DC2CA84EAE51}" destId="{3CE4623A-98EE-4238-8758-FE1DA46EC096}" srcOrd="0" destOrd="0" presId="urn:microsoft.com/office/officeart/2005/8/layout/cycle1"/>
    <dgm:cxn modelId="{186D7677-A931-41F2-89FE-E511C2873607}" type="presOf" srcId="{9D0FAFCE-6977-40FC-B9B0-B76C11E28811}" destId="{F1C58D87-C5BB-4CE9-8C90-018CC6210CBD}" srcOrd="0" destOrd="0" presId="urn:microsoft.com/office/officeart/2005/8/layout/cycle1"/>
    <dgm:cxn modelId="{E19DB9C2-4F0D-487D-B707-6C37F95377E4}" type="presParOf" srcId="{DA0DA0D0-9F2C-4EB4-A37A-65BC82253F38}" destId="{0371F494-64BB-4E76-A971-9B6FB2F4358D}" srcOrd="0" destOrd="0" presId="urn:microsoft.com/office/officeart/2005/8/layout/cycle1"/>
    <dgm:cxn modelId="{BEF90C6A-BAC5-40D4-B684-A309B2256474}" type="presParOf" srcId="{DA0DA0D0-9F2C-4EB4-A37A-65BC82253F38}" destId="{B8DF2DE1-ECA9-4990-8F94-47FD2CDD2479}" srcOrd="1" destOrd="0" presId="urn:microsoft.com/office/officeart/2005/8/layout/cycle1"/>
    <dgm:cxn modelId="{6D630EFE-B30C-4C47-9EE9-1BA5E9B3095B}" type="presParOf" srcId="{DA0DA0D0-9F2C-4EB4-A37A-65BC82253F38}" destId="{6E5AA332-0ABC-425A-8A12-0734106A09EE}" srcOrd="2" destOrd="0" presId="urn:microsoft.com/office/officeart/2005/8/layout/cycle1"/>
    <dgm:cxn modelId="{ED022027-5E78-4C8E-A2C2-53F2EF5446DB}" type="presParOf" srcId="{DA0DA0D0-9F2C-4EB4-A37A-65BC82253F38}" destId="{93601591-4462-45F5-AA70-5375A6BA0431}" srcOrd="3" destOrd="0" presId="urn:microsoft.com/office/officeart/2005/8/layout/cycle1"/>
    <dgm:cxn modelId="{DE455CCF-62DD-41F2-8E2B-42B048325C8A}" type="presParOf" srcId="{DA0DA0D0-9F2C-4EB4-A37A-65BC82253F38}" destId="{B5D74B6D-A440-4E1F-A0DF-8F59A77028BA}" srcOrd="4" destOrd="0" presId="urn:microsoft.com/office/officeart/2005/8/layout/cycle1"/>
    <dgm:cxn modelId="{ACA82B1E-75FD-47C5-BCD7-87787B3C949A}" type="presParOf" srcId="{DA0DA0D0-9F2C-4EB4-A37A-65BC82253F38}" destId="{3CE4623A-98EE-4238-8758-FE1DA46EC096}" srcOrd="5" destOrd="0" presId="urn:microsoft.com/office/officeart/2005/8/layout/cycle1"/>
    <dgm:cxn modelId="{9E0BCD98-83F3-4F0E-91E9-3E5EE207DF3A}" type="presParOf" srcId="{DA0DA0D0-9F2C-4EB4-A37A-65BC82253F38}" destId="{5B58B644-C257-471C-97DF-B3D126676D75}" srcOrd="6" destOrd="0" presId="urn:microsoft.com/office/officeart/2005/8/layout/cycle1"/>
    <dgm:cxn modelId="{AEEBFE44-D8BB-48FB-AD69-FEDC98FE6F23}" type="presParOf" srcId="{DA0DA0D0-9F2C-4EB4-A37A-65BC82253F38}" destId="{F1C58D87-C5BB-4CE9-8C90-018CC6210CBD}" srcOrd="7" destOrd="0" presId="urn:microsoft.com/office/officeart/2005/8/layout/cycle1"/>
    <dgm:cxn modelId="{02DE2997-40DF-46C0-9A2F-A054FFFA8326}" type="presParOf" srcId="{DA0DA0D0-9F2C-4EB4-A37A-65BC82253F38}" destId="{1F3339DE-3E14-47D9-97B8-49117347A2C7}" srcOrd="8" destOrd="0" presId="urn:microsoft.com/office/officeart/2005/8/layout/cycle1"/>
    <dgm:cxn modelId="{0D235F3A-ACD9-43E9-B2F6-FA83BE50C083}" type="presParOf" srcId="{DA0DA0D0-9F2C-4EB4-A37A-65BC82253F38}" destId="{10ACB809-A77C-4C7C-8BFB-AA7790E08980}" srcOrd="9" destOrd="0" presId="urn:microsoft.com/office/officeart/2005/8/layout/cycle1"/>
    <dgm:cxn modelId="{E76FA15E-2382-4A9B-B5ED-160FE1E1AC79}" type="presParOf" srcId="{DA0DA0D0-9F2C-4EB4-A37A-65BC82253F38}" destId="{08D89236-827E-46CE-8A3E-BBB5B671940D}" srcOrd="10" destOrd="0" presId="urn:microsoft.com/office/officeart/2005/8/layout/cycle1"/>
    <dgm:cxn modelId="{4794F9C8-555B-4F8C-A134-53CB0B2A48FB}" type="presParOf" srcId="{DA0DA0D0-9F2C-4EB4-A37A-65BC82253F38}" destId="{F153570E-1534-4CDE-B829-2F67DD1B8FAA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78E6E4-1DAA-4B6B-B0DE-160BF76FC67A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AB4754B-FD9B-4257-882D-8FBC0DD41877}">
      <dgm:prSet/>
      <dgm:spPr/>
      <dgm:t>
        <a:bodyPr/>
        <a:lstStyle/>
        <a:p>
          <a:r>
            <a:rPr lang="en-US"/>
            <a:t>Browse Logic (Folder Selection)</a:t>
          </a:r>
        </a:p>
      </dgm:t>
    </dgm:pt>
    <dgm:pt modelId="{3C6AD280-6AE0-4A24-B1BE-B7BB983E71EE}" type="parTrans" cxnId="{EA16160B-1715-4056-BAC9-86CC47338760}">
      <dgm:prSet/>
      <dgm:spPr/>
      <dgm:t>
        <a:bodyPr/>
        <a:lstStyle/>
        <a:p>
          <a:endParaRPr lang="en-US"/>
        </a:p>
      </dgm:t>
    </dgm:pt>
    <dgm:pt modelId="{DB836473-A2F7-410D-9E17-541F5CECFCD2}" type="sibTrans" cxnId="{EA16160B-1715-4056-BAC9-86CC47338760}">
      <dgm:prSet/>
      <dgm:spPr/>
      <dgm:t>
        <a:bodyPr/>
        <a:lstStyle/>
        <a:p>
          <a:endParaRPr lang="en-US"/>
        </a:p>
      </dgm:t>
    </dgm:pt>
    <dgm:pt modelId="{A8B0A481-BBAA-488E-85D8-B1871C3F1298}">
      <dgm:prSet/>
      <dgm:spPr/>
      <dgm:t>
        <a:bodyPr/>
        <a:lstStyle/>
        <a:p>
          <a:r>
            <a:rPr lang="en-US" dirty="0"/>
            <a:t>User clicks Browse button</a:t>
          </a:r>
        </a:p>
      </dgm:t>
    </dgm:pt>
    <dgm:pt modelId="{4D4A6DCB-27E2-43D2-A784-B9555F6F76CE}" type="parTrans" cxnId="{06708BAA-D23B-4341-AEFC-EADE92A7FA4A}">
      <dgm:prSet/>
      <dgm:spPr/>
      <dgm:t>
        <a:bodyPr/>
        <a:lstStyle/>
        <a:p>
          <a:endParaRPr lang="en-US"/>
        </a:p>
      </dgm:t>
    </dgm:pt>
    <dgm:pt modelId="{5A64E83A-DDA1-4CC3-9F5B-D7B40F165735}" type="sibTrans" cxnId="{06708BAA-D23B-4341-AEFC-EADE92A7FA4A}">
      <dgm:prSet/>
      <dgm:spPr/>
      <dgm:t>
        <a:bodyPr/>
        <a:lstStyle/>
        <a:p>
          <a:endParaRPr lang="en-US"/>
        </a:p>
      </dgm:t>
    </dgm:pt>
    <dgm:pt modelId="{09C43274-A72E-4D2A-B925-CAE5370069C4}">
      <dgm:prSet/>
      <dgm:spPr/>
      <dgm:t>
        <a:bodyPr/>
        <a:lstStyle/>
        <a:p>
          <a:r>
            <a:rPr lang="en-US"/>
            <a:t>Folder Browser Dialog opens</a:t>
          </a:r>
        </a:p>
      </dgm:t>
    </dgm:pt>
    <dgm:pt modelId="{EB52F2CD-222B-4895-94F0-3F2AC96F253C}" type="parTrans" cxnId="{C06F2CF7-9AB3-46FD-B6BE-9378D79EF129}">
      <dgm:prSet/>
      <dgm:spPr/>
      <dgm:t>
        <a:bodyPr/>
        <a:lstStyle/>
        <a:p>
          <a:endParaRPr lang="en-US"/>
        </a:p>
      </dgm:t>
    </dgm:pt>
    <dgm:pt modelId="{78C284BE-AC15-4394-95A8-EDDA54B70DCE}" type="sibTrans" cxnId="{C06F2CF7-9AB3-46FD-B6BE-9378D79EF129}">
      <dgm:prSet/>
      <dgm:spPr/>
      <dgm:t>
        <a:bodyPr/>
        <a:lstStyle/>
        <a:p>
          <a:endParaRPr lang="en-US"/>
        </a:p>
      </dgm:t>
    </dgm:pt>
    <dgm:pt modelId="{E3FDEF63-2356-4E5D-9DAE-57DBE6A78F9E}">
      <dgm:prSet/>
      <dgm:spPr/>
      <dgm:t>
        <a:bodyPr/>
        <a:lstStyle/>
        <a:p>
          <a:r>
            <a:rPr lang="en-US"/>
            <a:t>User selects a folder → path stored in txt FolderPath.Text</a:t>
          </a:r>
        </a:p>
      </dgm:t>
    </dgm:pt>
    <dgm:pt modelId="{86B0D772-8BDA-4D9F-A39C-DF9381A6CA9E}" type="parTrans" cxnId="{01EAB7E5-2CC5-4D63-A5EF-477084C31AFC}">
      <dgm:prSet/>
      <dgm:spPr/>
      <dgm:t>
        <a:bodyPr/>
        <a:lstStyle/>
        <a:p>
          <a:endParaRPr lang="en-US"/>
        </a:p>
      </dgm:t>
    </dgm:pt>
    <dgm:pt modelId="{9B2FFE91-82CA-4657-91EF-86844CB789F6}" type="sibTrans" cxnId="{01EAB7E5-2CC5-4D63-A5EF-477084C31AFC}">
      <dgm:prSet/>
      <dgm:spPr/>
      <dgm:t>
        <a:bodyPr/>
        <a:lstStyle/>
        <a:p>
          <a:endParaRPr lang="en-US"/>
        </a:p>
      </dgm:t>
    </dgm:pt>
    <dgm:pt modelId="{74DB1CD1-ED63-4B5E-B812-539D031DBB5C}">
      <dgm:prSet/>
      <dgm:spPr/>
      <dgm:t>
        <a:bodyPr/>
        <a:lstStyle/>
        <a:p>
          <a:r>
            <a:rPr lang="en-US"/>
            <a:t>Dialog disposed via using block (resource safety)</a:t>
          </a:r>
        </a:p>
      </dgm:t>
    </dgm:pt>
    <dgm:pt modelId="{3402832E-82F7-490B-A824-AB168854EC3A}" type="parTrans" cxnId="{E8DB8A39-1413-4FD3-ACFB-57CE3C5E3842}">
      <dgm:prSet/>
      <dgm:spPr/>
      <dgm:t>
        <a:bodyPr/>
        <a:lstStyle/>
        <a:p>
          <a:endParaRPr lang="en-US"/>
        </a:p>
      </dgm:t>
    </dgm:pt>
    <dgm:pt modelId="{FF8D9E21-761F-4090-A160-92049879F121}" type="sibTrans" cxnId="{E8DB8A39-1413-4FD3-ACFB-57CE3C5E3842}">
      <dgm:prSet/>
      <dgm:spPr/>
      <dgm:t>
        <a:bodyPr/>
        <a:lstStyle/>
        <a:p>
          <a:endParaRPr lang="en-US"/>
        </a:p>
      </dgm:t>
    </dgm:pt>
    <dgm:pt modelId="{B01E9F2E-77A2-45E9-B3A6-7AD67829E5BB}">
      <dgm:prSet/>
      <dgm:spPr/>
      <dgm:t>
        <a:bodyPr/>
        <a:lstStyle/>
        <a:p>
          <a:r>
            <a:rPr lang="en-US"/>
            <a:t>Path displayed in text box; ready for scan</a:t>
          </a:r>
        </a:p>
      </dgm:t>
    </dgm:pt>
    <dgm:pt modelId="{CA289756-0EC9-4244-90C4-D70BA822F469}" type="parTrans" cxnId="{607A717A-0DD3-4C90-8EFD-E2BE1228758D}">
      <dgm:prSet/>
      <dgm:spPr/>
      <dgm:t>
        <a:bodyPr/>
        <a:lstStyle/>
        <a:p>
          <a:endParaRPr lang="en-US"/>
        </a:p>
      </dgm:t>
    </dgm:pt>
    <dgm:pt modelId="{2BB7B29A-E0DE-4C6B-9C6A-EFD8EADA6E05}" type="sibTrans" cxnId="{607A717A-0DD3-4C90-8EFD-E2BE1228758D}">
      <dgm:prSet/>
      <dgm:spPr/>
      <dgm:t>
        <a:bodyPr/>
        <a:lstStyle/>
        <a:p>
          <a:endParaRPr lang="en-US"/>
        </a:p>
      </dgm:t>
    </dgm:pt>
    <dgm:pt modelId="{2214E0D6-D9F4-4366-910F-D69706A7D9EC}" type="pres">
      <dgm:prSet presAssocID="{A878E6E4-1DAA-4B6B-B0DE-160BF76FC67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AC639870-567F-4FDD-A445-0DEAF81451A7}" type="pres">
      <dgm:prSet presAssocID="{8AB4754B-FD9B-4257-882D-8FBC0DD41877}" presName="root" presStyleCnt="0"/>
      <dgm:spPr/>
    </dgm:pt>
    <dgm:pt modelId="{9E3CFE2A-3F9D-4091-8D01-9C8AC72835E6}" type="pres">
      <dgm:prSet presAssocID="{8AB4754B-FD9B-4257-882D-8FBC0DD41877}" presName="rootComposite" presStyleCnt="0"/>
      <dgm:spPr/>
    </dgm:pt>
    <dgm:pt modelId="{B99F073B-B67D-4411-B4FC-53EC73A02604}" type="pres">
      <dgm:prSet presAssocID="{8AB4754B-FD9B-4257-882D-8FBC0DD41877}" presName="rootText" presStyleLbl="node1" presStyleIdx="0" presStyleCnt="1"/>
      <dgm:spPr/>
      <dgm:t>
        <a:bodyPr/>
        <a:lstStyle/>
        <a:p>
          <a:endParaRPr lang="en-US"/>
        </a:p>
      </dgm:t>
    </dgm:pt>
    <dgm:pt modelId="{283E1FB4-C9CD-4582-B722-8EC928B4DDCA}" type="pres">
      <dgm:prSet presAssocID="{8AB4754B-FD9B-4257-882D-8FBC0DD41877}" presName="rootConnector" presStyleLbl="node1" presStyleIdx="0" presStyleCnt="1"/>
      <dgm:spPr/>
      <dgm:t>
        <a:bodyPr/>
        <a:lstStyle/>
        <a:p>
          <a:endParaRPr lang="en-US"/>
        </a:p>
      </dgm:t>
    </dgm:pt>
    <dgm:pt modelId="{E1F9DA0B-9CBE-4058-9593-FC39023D9D45}" type="pres">
      <dgm:prSet presAssocID="{8AB4754B-FD9B-4257-882D-8FBC0DD41877}" presName="childShape" presStyleCnt="0"/>
      <dgm:spPr/>
    </dgm:pt>
    <dgm:pt modelId="{F196A47F-45F1-4BE5-BE70-2A5115ADE095}" type="pres">
      <dgm:prSet presAssocID="{4D4A6DCB-27E2-43D2-A784-B9555F6F76CE}" presName="Name13" presStyleLbl="parChTrans1D2" presStyleIdx="0" presStyleCnt="5"/>
      <dgm:spPr/>
      <dgm:t>
        <a:bodyPr/>
        <a:lstStyle/>
        <a:p>
          <a:endParaRPr lang="en-US"/>
        </a:p>
      </dgm:t>
    </dgm:pt>
    <dgm:pt modelId="{F0A20D62-7633-4E1D-8B8A-70A1730464B8}" type="pres">
      <dgm:prSet presAssocID="{A8B0A481-BBAA-488E-85D8-B1871C3F1298}" presName="childText" presStyleLbl="bgAcc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2754F26-43C5-42F7-AA09-E0BAED1139D6}" type="pres">
      <dgm:prSet presAssocID="{EB52F2CD-222B-4895-94F0-3F2AC96F253C}" presName="Name13" presStyleLbl="parChTrans1D2" presStyleIdx="1" presStyleCnt="5"/>
      <dgm:spPr/>
      <dgm:t>
        <a:bodyPr/>
        <a:lstStyle/>
        <a:p>
          <a:endParaRPr lang="en-US"/>
        </a:p>
      </dgm:t>
    </dgm:pt>
    <dgm:pt modelId="{71ACB947-FAA4-472D-8F62-7CB6D4292E9E}" type="pres">
      <dgm:prSet presAssocID="{09C43274-A72E-4D2A-B925-CAE5370069C4}" presName="childText" presStyleLbl="bgAcc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D93194-83FE-45E3-8CEE-B4DCDE589F18}" type="pres">
      <dgm:prSet presAssocID="{86B0D772-8BDA-4D9F-A39C-DF9381A6CA9E}" presName="Name13" presStyleLbl="parChTrans1D2" presStyleIdx="2" presStyleCnt="5"/>
      <dgm:spPr/>
      <dgm:t>
        <a:bodyPr/>
        <a:lstStyle/>
        <a:p>
          <a:endParaRPr lang="en-US"/>
        </a:p>
      </dgm:t>
    </dgm:pt>
    <dgm:pt modelId="{D42C4C04-182A-4C78-99EA-87D3F1E2D673}" type="pres">
      <dgm:prSet presAssocID="{E3FDEF63-2356-4E5D-9DAE-57DBE6A78F9E}" presName="childText" presStyleLbl="bgAcc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B81A17-AF4A-4BE9-9BDA-57C3A1D576C6}" type="pres">
      <dgm:prSet presAssocID="{3402832E-82F7-490B-A824-AB168854EC3A}" presName="Name13" presStyleLbl="parChTrans1D2" presStyleIdx="3" presStyleCnt="5"/>
      <dgm:spPr/>
      <dgm:t>
        <a:bodyPr/>
        <a:lstStyle/>
        <a:p>
          <a:endParaRPr lang="en-US"/>
        </a:p>
      </dgm:t>
    </dgm:pt>
    <dgm:pt modelId="{19DD1270-1AE1-43FC-8A83-032E08F6DE11}" type="pres">
      <dgm:prSet presAssocID="{74DB1CD1-ED63-4B5E-B812-539D031DBB5C}" presName="childText" presStyleLbl="bgAcc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B7F922-DFD4-4AAC-A388-05B98A17A5F3}" type="pres">
      <dgm:prSet presAssocID="{CA289756-0EC9-4244-90C4-D70BA822F469}" presName="Name13" presStyleLbl="parChTrans1D2" presStyleIdx="4" presStyleCnt="5"/>
      <dgm:spPr/>
      <dgm:t>
        <a:bodyPr/>
        <a:lstStyle/>
        <a:p>
          <a:endParaRPr lang="en-US"/>
        </a:p>
      </dgm:t>
    </dgm:pt>
    <dgm:pt modelId="{EEC1D072-436A-4311-AB9E-7BB218129708}" type="pres">
      <dgm:prSet presAssocID="{B01E9F2E-77A2-45E9-B3A6-7AD67829E5BB}" presName="childText" presStyleLbl="bg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E75573F-CB4A-481F-9E85-0051AF67F287}" type="presOf" srcId="{E3FDEF63-2356-4E5D-9DAE-57DBE6A78F9E}" destId="{D42C4C04-182A-4C78-99EA-87D3F1E2D673}" srcOrd="0" destOrd="0" presId="urn:microsoft.com/office/officeart/2005/8/layout/hierarchy3"/>
    <dgm:cxn modelId="{607A717A-0DD3-4C90-8EFD-E2BE1228758D}" srcId="{8AB4754B-FD9B-4257-882D-8FBC0DD41877}" destId="{B01E9F2E-77A2-45E9-B3A6-7AD67829E5BB}" srcOrd="4" destOrd="0" parTransId="{CA289756-0EC9-4244-90C4-D70BA822F469}" sibTransId="{2BB7B29A-E0DE-4C6B-9C6A-EFD8EADA6E05}"/>
    <dgm:cxn modelId="{01EAB7E5-2CC5-4D63-A5EF-477084C31AFC}" srcId="{8AB4754B-FD9B-4257-882D-8FBC0DD41877}" destId="{E3FDEF63-2356-4E5D-9DAE-57DBE6A78F9E}" srcOrd="2" destOrd="0" parTransId="{86B0D772-8BDA-4D9F-A39C-DF9381A6CA9E}" sibTransId="{9B2FFE91-82CA-4657-91EF-86844CB789F6}"/>
    <dgm:cxn modelId="{06708BAA-D23B-4341-AEFC-EADE92A7FA4A}" srcId="{8AB4754B-FD9B-4257-882D-8FBC0DD41877}" destId="{A8B0A481-BBAA-488E-85D8-B1871C3F1298}" srcOrd="0" destOrd="0" parTransId="{4D4A6DCB-27E2-43D2-A784-B9555F6F76CE}" sibTransId="{5A64E83A-DDA1-4CC3-9F5B-D7B40F165735}"/>
    <dgm:cxn modelId="{E8DB8A39-1413-4FD3-ACFB-57CE3C5E3842}" srcId="{8AB4754B-FD9B-4257-882D-8FBC0DD41877}" destId="{74DB1CD1-ED63-4B5E-B812-539D031DBB5C}" srcOrd="3" destOrd="0" parTransId="{3402832E-82F7-490B-A824-AB168854EC3A}" sibTransId="{FF8D9E21-761F-4090-A160-92049879F121}"/>
    <dgm:cxn modelId="{E44C19B7-29E9-429F-9A8C-E769F34ACBF6}" type="presOf" srcId="{A878E6E4-1DAA-4B6B-B0DE-160BF76FC67A}" destId="{2214E0D6-D9F4-4366-910F-D69706A7D9EC}" srcOrd="0" destOrd="0" presId="urn:microsoft.com/office/officeart/2005/8/layout/hierarchy3"/>
    <dgm:cxn modelId="{D702C854-7E45-40BD-8E02-54D51792D637}" type="presOf" srcId="{B01E9F2E-77A2-45E9-B3A6-7AD67829E5BB}" destId="{EEC1D072-436A-4311-AB9E-7BB218129708}" srcOrd="0" destOrd="0" presId="urn:microsoft.com/office/officeart/2005/8/layout/hierarchy3"/>
    <dgm:cxn modelId="{8302F5CB-7130-471B-9230-47E383058765}" type="presOf" srcId="{74DB1CD1-ED63-4B5E-B812-539D031DBB5C}" destId="{19DD1270-1AE1-43FC-8A83-032E08F6DE11}" srcOrd="0" destOrd="0" presId="urn:microsoft.com/office/officeart/2005/8/layout/hierarchy3"/>
    <dgm:cxn modelId="{EA16160B-1715-4056-BAC9-86CC47338760}" srcId="{A878E6E4-1DAA-4B6B-B0DE-160BF76FC67A}" destId="{8AB4754B-FD9B-4257-882D-8FBC0DD41877}" srcOrd="0" destOrd="0" parTransId="{3C6AD280-6AE0-4A24-B1BE-B7BB983E71EE}" sibTransId="{DB836473-A2F7-410D-9E17-541F5CECFCD2}"/>
    <dgm:cxn modelId="{B86BCB47-C5C8-4A28-BC1A-C6851D34BC66}" type="presOf" srcId="{86B0D772-8BDA-4D9F-A39C-DF9381A6CA9E}" destId="{BFD93194-83FE-45E3-8CEE-B4DCDE589F18}" srcOrd="0" destOrd="0" presId="urn:microsoft.com/office/officeart/2005/8/layout/hierarchy3"/>
    <dgm:cxn modelId="{6C11B8B8-167D-45B3-A044-2C61F9D9DD92}" type="presOf" srcId="{09C43274-A72E-4D2A-B925-CAE5370069C4}" destId="{71ACB947-FAA4-472D-8F62-7CB6D4292E9E}" srcOrd="0" destOrd="0" presId="urn:microsoft.com/office/officeart/2005/8/layout/hierarchy3"/>
    <dgm:cxn modelId="{F6AD4486-C24C-4ABF-AFB8-69C15E390218}" type="presOf" srcId="{8AB4754B-FD9B-4257-882D-8FBC0DD41877}" destId="{B99F073B-B67D-4411-B4FC-53EC73A02604}" srcOrd="0" destOrd="0" presId="urn:microsoft.com/office/officeart/2005/8/layout/hierarchy3"/>
    <dgm:cxn modelId="{16413B6E-A74E-4468-9BE1-1D431FC364F2}" type="presOf" srcId="{3402832E-82F7-490B-A824-AB168854EC3A}" destId="{8CB81A17-AF4A-4BE9-9BDA-57C3A1D576C6}" srcOrd="0" destOrd="0" presId="urn:microsoft.com/office/officeart/2005/8/layout/hierarchy3"/>
    <dgm:cxn modelId="{152FC2FF-DA97-4976-8D53-C69D7F815D90}" type="presOf" srcId="{8AB4754B-FD9B-4257-882D-8FBC0DD41877}" destId="{283E1FB4-C9CD-4582-B722-8EC928B4DDCA}" srcOrd="1" destOrd="0" presId="urn:microsoft.com/office/officeart/2005/8/layout/hierarchy3"/>
    <dgm:cxn modelId="{C4B9AE55-CAE0-4A02-9E14-51D928566DDE}" type="presOf" srcId="{EB52F2CD-222B-4895-94F0-3F2AC96F253C}" destId="{52754F26-43C5-42F7-AA09-E0BAED1139D6}" srcOrd="0" destOrd="0" presId="urn:microsoft.com/office/officeart/2005/8/layout/hierarchy3"/>
    <dgm:cxn modelId="{B46DA046-8D8F-4C95-89D8-EF415A7A290C}" type="presOf" srcId="{4D4A6DCB-27E2-43D2-A784-B9555F6F76CE}" destId="{F196A47F-45F1-4BE5-BE70-2A5115ADE095}" srcOrd="0" destOrd="0" presId="urn:microsoft.com/office/officeart/2005/8/layout/hierarchy3"/>
    <dgm:cxn modelId="{EC2C75F6-1AF7-45F3-A4C4-AA839214F053}" type="presOf" srcId="{CA289756-0EC9-4244-90C4-D70BA822F469}" destId="{F2B7F922-DFD4-4AAC-A388-05B98A17A5F3}" srcOrd="0" destOrd="0" presId="urn:microsoft.com/office/officeart/2005/8/layout/hierarchy3"/>
    <dgm:cxn modelId="{C06F2CF7-9AB3-46FD-B6BE-9378D79EF129}" srcId="{8AB4754B-FD9B-4257-882D-8FBC0DD41877}" destId="{09C43274-A72E-4D2A-B925-CAE5370069C4}" srcOrd="1" destOrd="0" parTransId="{EB52F2CD-222B-4895-94F0-3F2AC96F253C}" sibTransId="{78C284BE-AC15-4394-95A8-EDDA54B70DCE}"/>
    <dgm:cxn modelId="{A5F8EE64-3672-402C-8E1B-D209A31FD32B}" type="presOf" srcId="{A8B0A481-BBAA-488E-85D8-B1871C3F1298}" destId="{F0A20D62-7633-4E1D-8B8A-70A1730464B8}" srcOrd="0" destOrd="0" presId="urn:microsoft.com/office/officeart/2005/8/layout/hierarchy3"/>
    <dgm:cxn modelId="{9037C1A0-DE16-408A-A086-EC0D3CEF6D2F}" type="presParOf" srcId="{2214E0D6-D9F4-4366-910F-D69706A7D9EC}" destId="{AC639870-567F-4FDD-A445-0DEAF81451A7}" srcOrd="0" destOrd="0" presId="urn:microsoft.com/office/officeart/2005/8/layout/hierarchy3"/>
    <dgm:cxn modelId="{84B64B7E-EFCC-4120-B875-EEDC1AA25C37}" type="presParOf" srcId="{AC639870-567F-4FDD-A445-0DEAF81451A7}" destId="{9E3CFE2A-3F9D-4091-8D01-9C8AC72835E6}" srcOrd="0" destOrd="0" presId="urn:microsoft.com/office/officeart/2005/8/layout/hierarchy3"/>
    <dgm:cxn modelId="{69DEC24B-0757-4257-BC2C-B4BCFB5FD250}" type="presParOf" srcId="{9E3CFE2A-3F9D-4091-8D01-9C8AC72835E6}" destId="{B99F073B-B67D-4411-B4FC-53EC73A02604}" srcOrd="0" destOrd="0" presId="urn:microsoft.com/office/officeart/2005/8/layout/hierarchy3"/>
    <dgm:cxn modelId="{120FAE65-9F8C-42CB-B57E-E2D1EABD5D41}" type="presParOf" srcId="{9E3CFE2A-3F9D-4091-8D01-9C8AC72835E6}" destId="{283E1FB4-C9CD-4582-B722-8EC928B4DDCA}" srcOrd="1" destOrd="0" presId="urn:microsoft.com/office/officeart/2005/8/layout/hierarchy3"/>
    <dgm:cxn modelId="{099746E7-899E-4535-8FBE-D0CF55E4CD6C}" type="presParOf" srcId="{AC639870-567F-4FDD-A445-0DEAF81451A7}" destId="{E1F9DA0B-9CBE-4058-9593-FC39023D9D45}" srcOrd="1" destOrd="0" presId="urn:microsoft.com/office/officeart/2005/8/layout/hierarchy3"/>
    <dgm:cxn modelId="{DC0A32EB-826F-4B37-8E2D-C1BF67FE2A5A}" type="presParOf" srcId="{E1F9DA0B-9CBE-4058-9593-FC39023D9D45}" destId="{F196A47F-45F1-4BE5-BE70-2A5115ADE095}" srcOrd="0" destOrd="0" presId="urn:microsoft.com/office/officeart/2005/8/layout/hierarchy3"/>
    <dgm:cxn modelId="{6641F1A6-53E7-4085-8B4C-960459774048}" type="presParOf" srcId="{E1F9DA0B-9CBE-4058-9593-FC39023D9D45}" destId="{F0A20D62-7633-4E1D-8B8A-70A1730464B8}" srcOrd="1" destOrd="0" presId="urn:microsoft.com/office/officeart/2005/8/layout/hierarchy3"/>
    <dgm:cxn modelId="{C1775B54-DEE0-4A44-90EE-68DDF6FF5E24}" type="presParOf" srcId="{E1F9DA0B-9CBE-4058-9593-FC39023D9D45}" destId="{52754F26-43C5-42F7-AA09-E0BAED1139D6}" srcOrd="2" destOrd="0" presId="urn:microsoft.com/office/officeart/2005/8/layout/hierarchy3"/>
    <dgm:cxn modelId="{9389C6F5-3E8F-4E75-9731-A3800A206FFF}" type="presParOf" srcId="{E1F9DA0B-9CBE-4058-9593-FC39023D9D45}" destId="{71ACB947-FAA4-472D-8F62-7CB6D4292E9E}" srcOrd="3" destOrd="0" presId="urn:microsoft.com/office/officeart/2005/8/layout/hierarchy3"/>
    <dgm:cxn modelId="{D570016D-0072-43A3-B6E1-DA9814DAC486}" type="presParOf" srcId="{E1F9DA0B-9CBE-4058-9593-FC39023D9D45}" destId="{BFD93194-83FE-45E3-8CEE-B4DCDE589F18}" srcOrd="4" destOrd="0" presId="urn:microsoft.com/office/officeart/2005/8/layout/hierarchy3"/>
    <dgm:cxn modelId="{1B651047-F062-47AE-8482-395CB62814F6}" type="presParOf" srcId="{E1F9DA0B-9CBE-4058-9593-FC39023D9D45}" destId="{D42C4C04-182A-4C78-99EA-87D3F1E2D673}" srcOrd="5" destOrd="0" presId="urn:microsoft.com/office/officeart/2005/8/layout/hierarchy3"/>
    <dgm:cxn modelId="{5303E459-FC27-400A-8487-3D1F152DC0DE}" type="presParOf" srcId="{E1F9DA0B-9CBE-4058-9593-FC39023D9D45}" destId="{8CB81A17-AF4A-4BE9-9BDA-57C3A1D576C6}" srcOrd="6" destOrd="0" presId="urn:microsoft.com/office/officeart/2005/8/layout/hierarchy3"/>
    <dgm:cxn modelId="{DDC8CCE7-C6FE-4219-AD3C-ECE1ECD14CDA}" type="presParOf" srcId="{E1F9DA0B-9CBE-4058-9593-FC39023D9D45}" destId="{19DD1270-1AE1-43FC-8A83-032E08F6DE11}" srcOrd="7" destOrd="0" presId="urn:microsoft.com/office/officeart/2005/8/layout/hierarchy3"/>
    <dgm:cxn modelId="{0424A540-29BB-4912-9CFF-A324E33DFA07}" type="presParOf" srcId="{E1F9DA0B-9CBE-4058-9593-FC39023D9D45}" destId="{F2B7F922-DFD4-4AAC-A388-05B98A17A5F3}" srcOrd="8" destOrd="0" presId="urn:microsoft.com/office/officeart/2005/8/layout/hierarchy3"/>
    <dgm:cxn modelId="{4D653695-3799-4C1F-8C5F-B7ADC8FBCB00}" type="presParOf" srcId="{E1F9DA0B-9CBE-4058-9593-FC39023D9D45}" destId="{EEC1D072-436A-4311-AB9E-7BB218129708}" srcOrd="9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DF2DE1-ECA9-4990-8F94-47FD2CDD2479}">
      <dsp:nvSpPr>
        <dsp:cNvPr id="0" name=""/>
        <dsp:cNvSpPr/>
      </dsp:nvSpPr>
      <dsp:spPr>
        <a:xfrm>
          <a:off x="6055988" y="100162"/>
          <a:ext cx="1599558" cy="1599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/>
            <a:t>1- Browser logic</a:t>
          </a:r>
        </a:p>
      </dsp:txBody>
      <dsp:txXfrm>
        <a:off x="6055988" y="100162"/>
        <a:ext cx="1599558" cy="1599558"/>
      </dsp:txXfrm>
    </dsp:sp>
    <dsp:sp modelId="{6E5AA332-0ABC-425A-8A12-0734106A09EE}">
      <dsp:nvSpPr>
        <dsp:cNvPr id="0" name=""/>
        <dsp:cNvSpPr/>
      </dsp:nvSpPr>
      <dsp:spPr>
        <a:xfrm>
          <a:off x="3236224" y="-1005"/>
          <a:ext cx="4520490" cy="4520490"/>
        </a:xfrm>
        <a:prstGeom prst="circularArrow">
          <a:avLst>
            <a:gd name="adj1" fmla="val 6900"/>
            <a:gd name="adj2" fmla="val 465188"/>
            <a:gd name="adj3" fmla="val 550104"/>
            <a:gd name="adj4" fmla="val 20584708"/>
            <a:gd name="adj5" fmla="val 8050"/>
          </a:avLst>
        </a:prstGeom>
        <a:solidFill>
          <a:schemeClr val="accent3"/>
        </a:solidFill>
        <a:ln w="22225" cap="rnd" cmpd="sng" algn="ctr">
          <a:solidFill>
            <a:schemeClr val="accent3">
              <a:shade val="15000"/>
            </a:schemeClr>
          </a:solidFill>
          <a:prstDash val="solid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</dsp:sp>
    <dsp:sp modelId="{B5D74B6D-A440-4E1F-A0DF-8F59A77028BA}">
      <dsp:nvSpPr>
        <dsp:cNvPr id="0" name=""/>
        <dsp:cNvSpPr/>
      </dsp:nvSpPr>
      <dsp:spPr>
        <a:xfrm>
          <a:off x="6055988" y="2818759"/>
          <a:ext cx="1599558" cy="1599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/>
            <a:t>2-Scan logic </a:t>
          </a:r>
          <a:endParaRPr lang="en-US" sz="3400" kern="1200" dirty="0"/>
        </a:p>
      </dsp:txBody>
      <dsp:txXfrm>
        <a:off x="6055988" y="2818759"/>
        <a:ext cx="1599558" cy="1599558"/>
      </dsp:txXfrm>
    </dsp:sp>
    <dsp:sp modelId="{3CE4623A-98EE-4238-8758-FE1DA46EC096}">
      <dsp:nvSpPr>
        <dsp:cNvPr id="0" name=""/>
        <dsp:cNvSpPr/>
      </dsp:nvSpPr>
      <dsp:spPr>
        <a:xfrm>
          <a:off x="3236224" y="-1005"/>
          <a:ext cx="4520490" cy="4520490"/>
        </a:xfrm>
        <a:prstGeom prst="circularArrow">
          <a:avLst>
            <a:gd name="adj1" fmla="val 6900"/>
            <a:gd name="adj2" fmla="val 465188"/>
            <a:gd name="adj3" fmla="val 5950104"/>
            <a:gd name="adj4" fmla="val 4384708"/>
            <a:gd name="adj5" fmla="val 8050"/>
          </a:avLst>
        </a:prstGeom>
        <a:solidFill>
          <a:schemeClr val="accent3"/>
        </a:solidFill>
        <a:ln w="22225" cap="rnd" cmpd="sng" algn="ctr">
          <a:solidFill>
            <a:schemeClr val="accent3">
              <a:shade val="15000"/>
            </a:schemeClr>
          </a:solidFill>
          <a:prstDash val="solid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</dsp:sp>
    <dsp:sp modelId="{F1C58D87-C5BB-4CE9-8C90-018CC6210CBD}">
      <dsp:nvSpPr>
        <dsp:cNvPr id="0" name=""/>
        <dsp:cNvSpPr/>
      </dsp:nvSpPr>
      <dsp:spPr>
        <a:xfrm>
          <a:off x="3337391" y="2818759"/>
          <a:ext cx="1599558" cy="1599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/>
            <a:t>3- Helper logic </a:t>
          </a:r>
          <a:endParaRPr lang="en-US" sz="3400" kern="1200" dirty="0"/>
        </a:p>
      </dsp:txBody>
      <dsp:txXfrm>
        <a:off x="3337391" y="2818759"/>
        <a:ext cx="1599558" cy="1599558"/>
      </dsp:txXfrm>
    </dsp:sp>
    <dsp:sp modelId="{1F3339DE-3E14-47D9-97B8-49117347A2C7}">
      <dsp:nvSpPr>
        <dsp:cNvPr id="0" name=""/>
        <dsp:cNvSpPr/>
      </dsp:nvSpPr>
      <dsp:spPr>
        <a:xfrm>
          <a:off x="3236224" y="-1005"/>
          <a:ext cx="4520490" cy="4520490"/>
        </a:xfrm>
        <a:prstGeom prst="circularArrow">
          <a:avLst>
            <a:gd name="adj1" fmla="val 6900"/>
            <a:gd name="adj2" fmla="val 465188"/>
            <a:gd name="adj3" fmla="val 11350104"/>
            <a:gd name="adj4" fmla="val 9784708"/>
            <a:gd name="adj5" fmla="val 8050"/>
          </a:avLst>
        </a:prstGeom>
        <a:solidFill>
          <a:schemeClr val="accent3"/>
        </a:solidFill>
        <a:ln w="22225" cap="rnd" cmpd="sng" algn="ctr">
          <a:solidFill>
            <a:schemeClr val="accent3">
              <a:shade val="15000"/>
            </a:schemeClr>
          </a:solidFill>
          <a:prstDash val="solid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</dsp:sp>
    <dsp:sp modelId="{08D89236-827E-46CE-8A3E-BBB5B671940D}">
      <dsp:nvSpPr>
        <dsp:cNvPr id="0" name=""/>
        <dsp:cNvSpPr/>
      </dsp:nvSpPr>
      <dsp:spPr>
        <a:xfrm>
          <a:off x="3337391" y="100162"/>
          <a:ext cx="1599558" cy="1599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/>
            <a:t>4- Delete logic </a:t>
          </a:r>
        </a:p>
      </dsp:txBody>
      <dsp:txXfrm>
        <a:off x="3337391" y="100162"/>
        <a:ext cx="1599558" cy="1599558"/>
      </dsp:txXfrm>
    </dsp:sp>
    <dsp:sp modelId="{F153570E-1534-4CDE-B829-2F67DD1B8FAA}">
      <dsp:nvSpPr>
        <dsp:cNvPr id="0" name=""/>
        <dsp:cNvSpPr/>
      </dsp:nvSpPr>
      <dsp:spPr>
        <a:xfrm>
          <a:off x="3236224" y="-1005"/>
          <a:ext cx="4520490" cy="4520490"/>
        </a:xfrm>
        <a:prstGeom prst="circularArrow">
          <a:avLst>
            <a:gd name="adj1" fmla="val 6900"/>
            <a:gd name="adj2" fmla="val 465188"/>
            <a:gd name="adj3" fmla="val 16750104"/>
            <a:gd name="adj4" fmla="val 15184708"/>
            <a:gd name="adj5" fmla="val 8050"/>
          </a:avLst>
        </a:prstGeom>
        <a:solidFill>
          <a:schemeClr val="accent3"/>
        </a:solidFill>
        <a:ln w="22225" cap="rnd" cmpd="sng" algn="ctr">
          <a:solidFill>
            <a:schemeClr val="accent3">
              <a:shade val="15000"/>
            </a:schemeClr>
          </a:solidFill>
          <a:prstDash val="solid"/>
        </a:ln>
        <a:effectLst/>
      </dsp:spPr>
      <dsp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9F073B-B67D-4411-B4FC-53EC73A02604}">
      <dsp:nvSpPr>
        <dsp:cNvPr id="0" name=""/>
        <dsp:cNvSpPr/>
      </dsp:nvSpPr>
      <dsp:spPr>
        <a:xfrm>
          <a:off x="3307623" y="1937"/>
          <a:ext cx="1590704" cy="795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/>
            <a:t>Browse Logic (Folder Selection)</a:t>
          </a:r>
        </a:p>
      </dsp:txBody>
      <dsp:txXfrm>
        <a:off x="3330918" y="25232"/>
        <a:ext cx="1544114" cy="748762"/>
      </dsp:txXfrm>
    </dsp:sp>
    <dsp:sp modelId="{F196A47F-45F1-4BE5-BE70-2A5115ADE095}">
      <dsp:nvSpPr>
        <dsp:cNvPr id="0" name=""/>
        <dsp:cNvSpPr/>
      </dsp:nvSpPr>
      <dsp:spPr>
        <a:xfrm>
          <a:off x="3466694" y="797290"/>
          <a:ext cx="159070" cy="596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6514"/>
              </a:lnTo>
              <a:lnTo>
                <a:pt x="159070" y="596514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A20D62-7633-4E1D-8B8A-70A1730464B8}">
      <dsp:nvSpPr>
        <dsp:cNvPr id="0" name=""/>
        <dsp:cNvSpPr/>
      </dsp:nvSpPr>
      <dsp:spPr>
        <a:xfrm>
          <a:off x="3625764" y="996128"/>
          <a:ext cx="1272563" cy="7953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/>
            <a:t>User clicks Browse button</a:t>
          </a:r>
        </a:p>
      </dsp:txBody>
      <dsp:txXfrm>
        <a:off x="3649059" y="1019423"/>
        <a:ext cx="1225973" cy="748762"/>
      </dsp:txXfrm>
    </dsp:sp>
    <dsp:sp modelId="{52754F26-43C5-42F7-AA09-E0BAED1139D6}">
      <dsp:nvSpPr>
        <dsp:cNvPr id="0" name=""/>
        <dsp:cNvSpPr/>
      </dsp:nvSpPr>
      <dsp:spPr>
        <a:xfrm>
          <a:off x="3466694" y="797290"/>
          <a:ext cx="159070" cy="15907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0704"/>
              </a:lnTo>
              <a:lnTo>
                <a:pt x="159070" y="1590704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ACB947-FAA4-472D-8F62-7CB6D4292E9E}">
      <dsp:nvSpPr>
        <dsp:cNvPr id="0" name=""/>
        <dsp:cNvSpPr/>
      </dsp:nvSpPr>
      <dsp:spPr>
        <a:xfrm>
          <a:off x="3625764" y="1990318"/>
          <a:ext cx="1272563" cy="7953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Folder Browser Dialog opens</a:t>
          </a:r>
        </a:p>
      </dsp:txBody>
      <dsp:txXfrm>
        <a:off x="3649059" y="2013613"/>
        <a:ext cx="1225973" cy="748762"/>
      </dsp:txXfrm>
    </dsp:sp>
    <dsp:sp modelId="{BFD93194-83FE-45E3-8CEE-B4DCDE589F18}">
      <dsp:nvSpPr>
        <dsp:cNvPr id="0" name=""/>
        <dsp:cNvSpPr/>
      </dsp:nvSpPr>
      <dsp:spPr>
        <a:xfrm>
          <a:off x="3466694" y="797290"/>
          <a:ext cx="159070" cy="25848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4894"/>
              </a:lnTo>
              <a:lnTo>
                <a:pt x="159070" y="2584894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2C4C04-182A-4C78-99EA-87D3F1E2D673}">
      <dsp:nvSpPr>
        <dsp:cNvPr id="0" name=""/>
        <dsp:cNvSpPr/>
      </dsp:nvSpPr>
      <dsp:spPr>
        <a:xfrm>
          <a:off x="3625764" y="2984509"/>
          <a:ext cx="1272563" cy="7953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User selects a folder → path stored in txt FolderPath.Text</a:t>
          </a:r>
        </a:p>
      </dsp:txBody>
      <dsp:txXfrm>
        <a:off x="3649059" y="3007804"/>
        <a:ext cx="1225973" cy="748762"/>
      </dsp:txXfrm>
    </dsp:sp>
    <dsp:sp modelId="{8CB81A17-AF4A-4BE9-9BDA-57C3A1D576C6}">
      <dsp:nvSpPr>
        <dsp:cNvPr id="0" name=""/>
        <dsp:cNvSpPr/>
      </dsp:nvSpPr>
      <dsp:spPr>
        <a:xfrm>
          <a:off x="3466694" y="797290"/>
          <a:ext cx="159070" cy="35790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79085"/>
              </a:lnTo>
              <a:lnTo>
                <a:pt x="159070" y="3579085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DD1270-1AE1-43FC-8A83-032E08F6DE11}">
      <dsp:nvSpPr>
        <dsp:cNvPr id="0" name=""/>
        <dsp:cNvSpPr/>
      </dsp:nvSpPr>
      <dsp:spPr>
        <a:xfrm>
          <a:off x="3625764" y="3978699"/>
          <a:ext cx="1272563" cy="7953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Dialog disposed via using block (resource safety)</a:t>
          </a:r>
        </a:p>
      </dsp:txBody>
      <dsp:txXfrm>
        <a:off x="3649059" y="4001994"/>
        <a:ext cx="1225973" cy="748762"/>
      </dsp:txXfrm>
    </dsp:sp>
    <dsp:sp modelId="{F2B7F922-DFD4-4AAC-A388-05B98A17A5F3}">
      <dsp:nvSpPr>
        <dsp:cNvPr id="0" name=""/>
        <dsp:cNvSpPr/>
      </dsp:nvSpPr>
      <dsp:spPr>
        <a:xfrm>
          <a:off x="3466694" y="797290"/>
          <a:ext cx="159070" cy="4573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73275"/>
              </a:lnTo>
              <a:lnTo>
                <a:pt x="159070" y="4573275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C1D072-436A-4311-AB9E-7BB218129708}">
      <dsp:nvSpPr>
        <dsp:cNvPr id="0" name=""/>
        <dsp:cNvSpPr/>
      </dsp:nvSpPr>
      <dsp:spPr>
        <a:xfrm>
          <a:off x="3625764" y="4972889"/>
          <a:ext cx="1272563" cy="7953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Path displayed in text box; ready for scan</a:t>
          </a:r>
        </a:p>
      </dsp:txBody>
      <dsp:txXfrm>
        <a:off x="3649059" y="4996184"/>
        <a:ext cx="1225973" cy="7487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DDA46-6C28-46E2-BEB0-3E13EAA106B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362A8-3913-4B3F-B328-B5250529B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8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362A8-3913-4B3F-B328-B5250529B4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88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6B2EE88-2FE1-4158-A303-A6629C414B0F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2CBC6F9-63DC-418A-A30A-9A9F771F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797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1360F-8904-427E-8439-4E252C808532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2CBC6F9-63DC-418A-A30A-9A9F771F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4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230EA8A-5069-462A-B3B2-EEDFB7FD2898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2CBC6F9-63DC-418A-A30A-9A9F771F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2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B341-5828-4F2A-B4B5-97B2CDC081D3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BC6F9-63DC-418A-A30A-9A9F771F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394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FB9E8-5B04-4B3B-9CE8-9F3B55503B69}" type="datetime1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BC6F9-63DC-418A-A30A-9A9F771F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00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753D3-068C-40B4-A53D-531E7C06DF3D}" type="datetime1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BC6F9-63DC-418A-A30A-9A9F771FE3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5050-5CC0-4025-A56F-71C1DD32D07A}" type="datetime1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BC6F9-63DC-418A-A30A-9A9F771F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48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8DBBFD9-A65D-4908-BC38-18FC29CE1D90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2CBC6F9-63DC-418A-A30A-9A9F771F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84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D135-96A2-4107-ADF6-532E8E2D5CE6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BC6F9-63DC-418A-A30A-9A9F771F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81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CF3B0-BDDA-41D9-9287-41A35EB9CD8C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BC6F9-63DC-418A-A30A-9A9F771F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65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CE3ED13-B75C-419F-BD61-C1C3742FFF2C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2CBC6F9-63DC-418A-A30A-9A9F771FE3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8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C970A1D-5DA7-45AC-B505-2B1B1A217DD4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2CBC6F9-63DC-418A-A30A-9A9F771FE38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4367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D68685-B359-45DA-B460-1EECCD602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7257" y="775022"/>
            <a:ext cx="5137484" cy="1554480"/>
          </a:xfrm>
        </p:spPr>
        <p:txBody>
          <a:bodyPr>
            <a:normAutofit/>
          </a:bodyPr>
          <a:lstStyle/>
          <a:p>
            <a:pPr lvl="0" algn="ctr" defTabSz="914400" eaLnBrk="0" fontAlgn="base" hangingPunct="0">
              <a:spcAft>
                <a:spcPct val="0"/>
              </a:spcAft>
            </a:pPr>
            <a:r>
              <a:rPr lang="en-US" altLang="en-US" sz="2000" b="1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Mansoura University</a:t>
            </a:r>
            <a:r>
              <a:rPr lang="en-US" altLang="en-US" sz="2000" cap="none" dirty="0">
                <a:solidFill>
                  <a:schemeClr val="tx1"/>
                </a:solidFill>
              </a:rPr>
              <a:t/>
            </a:r>
            <a:br>
              <a:rPr lang="en-US" altLang="en-US" sz="2000" cap="none" dirty="0">
                <a:solidFill>
                  <a:schemeClr val="tx1"/>
                </a:solidFill>
              </a:rPr>
            </a:br>
            <a:r>
              <a:rPr lang="en-US" altLang="en-US" sz="2000" b="1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Faculty of Computers and Information</a:t>
            </a:r>
            <a:r>
              <a:rPr lang="en-US" altLang="en-US" sz="2000" cap="none" dirty="0">
                <a:solidFill>
                  <a:schemeClr val="tx1"/>
                </a:solidFill>
              </a:rPr>
              <a:t/>
            </a:r>
            <a:br>
              <a:rPr lang="en-US" altLang="en-US" sz="2000" cap="none" dirty="0">
                <a:solidFill>
                  <a:schemeClr val="tx1"/>
                </a:solidFill>
              </a:rPr>
            </a:br>
            <a:r>
              <a:rPr lang="en-US" altLang="en-US" sz="20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altLang="en-US" sz="2000" b="1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Semester- 2024-2025</a:t>
            </a:r>
            <a:br>
              <a:rPr lang="en-US" altLang="en-US" sz="2000" b="1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xmlns="" id="{38BA3B7A-16DD-43FB-B4E4-A617E0AF1E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407" y="694370"/>
            <a:ext cx="1387736" cy="1371600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A2F97E60-F597-46ED-9EAB-60EC86B9B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53" y="77502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35D71B2-AACA-489A-8F54-3A76BCF73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561" y="775022"/>
            <a:ext cx="139712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0327" y="2937163"/>
            <a:ext cx="110697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Credit by</a:t>
            </a:r>
          </a:p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Yassin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mahmoud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hassan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abd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rabbo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Youssef </a:t>
            </a:r>
            <a:r>
              <a:rPr lang="en-US" sz="2000" dirty="0" err="1" smtClean="0">
                <a:solidFill>
                  <a:schemeClr val="bg1"/>
                </a:solidFill>
              </a:rPr>
              <a:t>gamal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abdelrahman</a:t>
            </a:r>
            <a:endParaRPr lang="en-US" sz="2000" dirty="0" smtClean="0">
              <a:solidFill>
                <a:schemeClr val="bg1"/>
              </a:solidFill>
            </a:endParaRPr>
          </a:p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Yahia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mohamed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shaban</a:t>
            </a:r>
            <a:endParaRPr lang="en-US" sz="2000" dirty="0" smtClean="0">
              <a:solidFill>
                <a:schemeClr val="bg1"/>
              </a:solidFill>
            </a:endParaRPr>
          </a:p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Mennatallah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hassan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mahmoud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hassen</a:t>
            </a:r>
            <a:endParaRPr lang="en-US" sz="2000" dirty="0" smtClean="0">
              <a:solidFill>
                <a:schemeClr val="bg1"/>
              </a:solidFill>
            </a:endParaRPr>
          </a:p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Yousef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elshahat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juda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abu</a:t>
            </a:r>
            <a:r>
              <a:rPr lang="en-US" sz="2000" dirty="0" smtClean="0">
                <a:solidFill>
                  <a:schemeClr val="bg1"/>
                </a:solidFill>
              </a:rPr>
              <a:t> el-</a:t>
            </a:r>
            <a:r>
              <a:rPr lang="en-US" sz="2000" dirty="0" err="1" smtClean="0">
                <a:solidFill>
                  <a:schemeClr val="bg1"/>
                </a:solidFill>
              </a:rPr>
              <a:t>kheir</a:t>
            </a:r>
            <a:endParaRPr lang="en-US" sz="2000" dirty="0" smtClean="0">
              <a:solidFill>
                <a:schemeClr val="bg1"/>
              </a:solidFill>
            </a:endParaRPr>
          </a:p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Yousef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osama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farag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Yahia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yasser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elgwady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Mohamed </a:t>
            </a:r>
            <a:r>
              <a:rPr lang="en-US" sz="2000" dirty="0" err="1" smtClean="0">
                <a:solidFill>
                  <a:schemeClr val="bg1"/>
                </a:solidFill>
              </a:rPr>
              <a:t>ahmed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abd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elazim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mohamed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Yousef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osama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mohamed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elshafi</a:t>
            </a:r>
            <a:endParaRPr lang="en-US" sz="2000" dirty="0" smtClean="0">
              <a:solidFill>
                <a:schemeClr val="bg1"/>
              </a:solidFill>
            </a:endParaRPr>
          </a:p>
          <a:p>
            <a:pPr algn="ctr"/>
            <a:r>
              <a:rPr lang="en-US" sz="2000" dirty="0" err="1" smtClean="0">
                <a:solidFill>
                  <a:schemeClr val="bg1"/>
                </a:solidFill>
              </a:rPr>
              <a:t>Yassen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elzeny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ahmed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hassen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</a:rPr>
              <a:t>elzeny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</a:p>
          <a:p>
            <a:pPr algn="ctr"/>
            <a:endParaRPr lang="en-US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950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0BC48A4C-3F27-483F-9122-2E7BEF7466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2377" y="638174"/>
            <a:ext cx="3705323" cy="57626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CBE34379-9777-42D6-A3FF-F808E1E30E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C44CF989-C2BA-483F-9050-5FEE187FE9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3B5E18FB-9BED-4A1B-BF8B-E2B89730C2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49BF244-FE28-5C85-08E0-E47552811FA2}"/>
              </a:ext>
            </a:extLst>
          </p:cNvPr>
          <p:cNvSpPr txBox="1">
            <a:spLocks/>
          </p:cNvSpPr>
          <p:nvPr/>
        </p:nvSpPr>
        <p:spPr>
          <a:xfrm>
            <a:off x="4406462" y="2040080"/>
            <a:ext cx="6864154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700" dirty="0">
                <a:solidFill>
                  <a:schemeClr val="bg1"/>
                </a:solidFill>
                <a:latin typeface="David" panose="020F0502020204030204" pitchFamily="34" charset="-79"/>
                <a:cs typeface="David" panose="020F0502020204030204" pitchFamily="34" charset="-79"/>
              </a:rPr>
              <a:t>Problem Statement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700" dirty="0">
                <a:solidFill>
                  <a:schemeClr val="bg1"/>
                </a:solidFill>
                <a:latin typeface="David" panose="020F0502020204030204" pitchFamily="34" charset="-79"/>
                <a:cs typeface="David" panose="020F0502020204030204" pitchFamily="34" charset="-79"/>
              </a:rPr>
              <a:t>Project Objective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700" dirty="0">
                <a:solidFill>
                  <a:schemeClr val="bg1"/>
                </a:solidFill>
                <a:latin typeface="David" panose="020F0502020204030204" pitchFamily="34" charset="-79"/>
                <a:cs typeface="David" panose="020F0502020204030204" pitchFamily="34" charset="-79"/>
              </a:rPr>
              <a:t>System Features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700" dirty="0">
                <a:solidFill>
                  <a:schemeClr val="bg1"/>
                </a:solidFill>
                <a:latin typeface="David" panose="020F0502020204030204" pitchFamily="34" charset="-79"/>
                <a:cs typeface="David" panose="020F0502020204030204" pitchFamily="34" charset="-79"/>
              </a:rPr>
              <a:t>System Workflow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700" dirty="0">
                <a:solidFill>
                  <a:schemeClr val="bg1"/>
                </a:solidFill>
                <a:latin typeface="David" panose="020F0502020204030204" pitchFamily="34" charset="-79"/>
                <a:cs typeface="David" panose="020F0502020204030204" pitchFamily="34" charset="-79"/>
              </a:rPr>
              <a:t>Technologies Used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700" dirty="0" smtClean="0">
                <a:solidFill>
                  <a:schemeClr val="bg1"/>
                </a:solidFill>
                <a:latin typeface="David" panose="020F0502020204030204" pitchFamily="34" charset="-79"/>
                <a:cs typeface="David" panose="020F0502020204030204" pitchFamily="34" charset="-79"/>
              </a:rPr>
              <a:t>Memory </a:t>
            </a:r>
            <a:r>
              <a:rPr lang="en-US" sz="1700" dirty="0">
                <a:solidFill>
                  <a:schemeClr val="bg1"/>
                </a:solidFill>
                <a:latin typeface="David" panose="020F0502020204030204" pitchFamily="34" charset="-79"/>
                <a:cs typeface="David" panose="020F0502020204030204" pitchFamily="34" charset="-79"/>
              </a:rPr>
              <a:t>Optimization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700" dirty="0">
                <a:solidFill>
                  <a:schemeClr val="bg1"/>
                </a:solidFill>
                <a:latin typeface="David" panose="020F0502020204030204" pitchFamily="34" charset="-79"/>
                <a:cs typeface="David" panose="020F0502020204030204" pitchFamily="34" charset="-79"/>
              </a:rPr>
              <a:t>Strategy Challenges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700" dirty="0">
                <a:solidFill>
                  <a:schemeClr val="bg1"/>
                </a:solidFill>
                <a:latin typeface="David" panose="020F0502020204030204" pitchFamily="34" charset="-79"/>
                <a:cs typeface="David" panose="020F0502020204030204" pitchFamily="34" charset="-79"/>
              </a:rPr>
              <a:t>Solutions Conclusion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700" dirty="0">
                <a:solidFill>
                  <a:schemeClr val="bg1"/>
                </a:solidFill>
                <a:latin typeface="David" panose="020F0502020204030204" pitchFamily="34" charset="-79"/>
                <a:cs typeface="David" panose="020F0502020204030204" pitchFamily="34" charset="-79"/>
              </a:rPr>
              <a:t>Future Improvements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47D7FAA-7AFA-40AB-A799-1EC959AB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2CBC6F9-63DC-418A-A30A-9A9F771FE38A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951AD8F-91E5-521D-06DF-E048FA8F0E82}"/>
              </a:ext>
            </a:extLst>
          </p:cNvPr>
          <p:cNvSpPr txBox="1"/>
          <p:nvPr/>
        </p:nvSpPr>
        <p:spPr>
          <a:xfrm>
            <a:off x="1466193" y="2971800"/>
            <a:ext cx="29402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Agenda</a:t>
            </a:r>
            <a:endParaRPr lang="x-none" sz="4000" dirty="0">
              <a:solidFill>
                <a:schemeClr val="bg1"/>
              </a:solidFill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76925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ar-EG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Duplicate files lead to:</a:t>
            </a:r>
          </a:p>
          <a:p>
            <a:pPr lvl="2">
              <a:lnSpc>
                <a:spcPct val="150000"/>
              </a:lnSpc>
              <a:buSzPct val="90000"/>
              <a:buFont typeface="Wingdings" panose="05000000000000000000" pitchFamily="2" charset="2"/>
              <a:buChar char="q"/>
            </a:pPr>
            <a:r>
              <a:rPr lang="en-US" sz="2000" dirty="0"/>
              <a:t>slower system performance</a:t>
            </a:r>
          </a:p>
          <a:p>
            <a:pPr lvl="2">
              <a:lnSpc>
                <a:spcPct val="150000"/>
              </a:lnSpc>
              <a:buSzPct val="90000"/>
              <a:buFont typeface="Wingdings" panose="05000000000000000000" pitchFamily="2" charset="2"/>
              <a:buChar char="q"/>
            </a:pPr>
            <a:r>
              <a:rPr lang="en-US" sz="2000" dirty="0"/>
              <a:t>storage space waste</a:t>
            </a:r>
          </a:p>
          <a:p>
            <a:pPr lvl="2">
              <a:lnSpc>
                <a:spcPct val="150000"/>
              </a:lnSpc>
              <a:buSzPct val="90000"/>
              <a:buFont typeface="Wingdings" panose="05000000000000000000" pitchFamily="2" charset="2"/>
              <a:buChar char="q"/>
            </a:pPr>
            <a:r>
              <a:rPr lang="en-US" sz="2000" dirty="0"/>
              <a:t>difficulty managing files</a:t>
            </a:r>
          </a:p>
          <a:p>
            <a:pPr lvl="2">
              <a:lnSpc>
                <a:spcPct val="150000"/>
              </a:lnSpc>
              <a:buSzPct val="90000"/>
              <a:buFont typeface="Wingdings" panose="05000000000000000000" pitchFamily="2" charset="2"/>
              <a:buChar char="q"/>
            </a:pPr>
            <a:r>
              <a:rPr lang="en-US" sz="2000" dirty="0"/>
              <a:t>poor file organization in large directories</a:t>
            </a:r>
            <a:endParaRPr lang="ar-EG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BC6F9-63DC-418A-A30A-9A9F771FE3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81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36738"/>
            <a:ext cx="11029616" cy="1013800"/>
          </a:xfrm>
        </p:spPr>
        <p:txBody>
          <a:bodyPr>
            <a:normAutofit/>
          </a:bodyPr>
          <a:lstStyle/>
          <a:p>
            <a:r>
              <a:rPr lang="en-US" sz="4000" dirty="0"/>
              <a:t>Project Objective</a:t>
            </a:r>
            <a:endParaRPr lang="en-US" sz="4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BC6F9-63DC-418A-A30A-9A9F771FE38A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B7A2665-49DE-972B-DF5D-541C3A87AC1B}"/>
              </a:ext>
            </a:extLst>
          </p:cNvPr>
          <p:cNvSpPr txBox="1"/>
          <p:nvPr/>
        </p:nvSpPr>
        <p:spPr>
          <a:xfrm>
            <a:off x="581192" y="2128748"/>
            <a:ext cx="962591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Design and implement a GUI-based system that: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981245A-1C15-13BC-257D-45FF4B5DE9DB}"/>
              </a:ext>
            </a:extLst>
          </p:cNvPr>
          <p:cNvSpPr txBox="1"/>
          <p:nvPr/>
        </p:nvSpPr>
        <p:spPr>
          <a:xfrm>
            <a:off x="1028970" y="2821816"/>
            <a:ext cx="94446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sz="2400" dirty="0"/>
              <a:t>detects duplicate files efficiently</a:t>
            </a:r>
          </a:p>
          <a:p>
            <a:pPr marL="342900" indent="-342900">
              <a:buClr>
                <a:schemeClr val="accent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sz="2400" dirty="0"/>
              <a:t>handles large files safely</a:t>
            </a:r>
          </a:p>
          <a:p>
            <a:pPr marL="342900" indent="-342900">
              <a:buClr>
                <a:schemeClr val="accent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sz="2400" dirty="0"/>
              <a:t>improves storage management</a:t>
            </a:r>
          </a:p>
          <a:p>
            <a:pPr marL="342900" indent="-342900">
              <a:buClr>
                <a:schemeClr val="accent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sz="2400" dirty="0"/>
              <a:t>provides a user-friendly interface</a:t>
            </a:r>
          </a:p>
          <a:p>
            <a:pPr>
              <a:buClr>
                <a:schemeClr val="accent1">
                  <a:lumMod val="75000"/>
                </a:schemeClr>
              </a:buClr>
            </a:pPr>
            <a:r>
              <a:rPr lang="en-US" sz="2400" dirty="0"/>
              <a:t/>
            </a:r>
            <a:br>
              <a:rPr lang="en-US" sz="2400" dirty="0"/>
            </a:br>
            <a:endParaRPr lang="x-none" sz="2400" dirty="0"/>
          </a:p>
        </p:txBody>
      </p:sp>
    </p:spTree>
    <p:extLst>
      <p:ext uri="{BB962C8B-B14F-4D97-AF65-F5344CB8AC3E}">
        <p14:creationId xmlns:p14="http://schemas.microsoft.com/office/powerpoint/2010/main" val="503088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Features</a:t>
            </a:r>
            <a:endParaRPr lang="ar-EG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25571" y="2460396"/>
            <a:ext cx="11029615" cy="3678303"/>
          </a:xfrm>
        </p:spPr>
        <p:txBody>
          <a:bodyPr>
            <a:normAutofit/>
          </a:bodyPr>
          <a:lstStyle/>
          <a:p>
            <a:pPr>
              <a:buSzPct val="90000"/>
              <a:buFont typeface="Wingdings" panose="05000000000000000000" pitchFamily="2" charset="2"/>
              <a:buChar char="q"/>
            </a:pPr>
            <a:r>
              <a:rPr lang="en-US" sz="2400" dirty="0"/>
              <a:t>D</a:t>
            </a:r>
            <a:r>
              <a:rPr lang="en-US" sz="2400" dirty="0" smtClean="0"/>
              <a:t>uplicate </a:t>
            </a:r>
            <a:r>
              <a:rPr lang="en-US" sz="2400" dirty="0"/>
              <a:t>detection using hashing</a:t>
            </a:r>
          </a:p>
          <a:p>
            <a:pPr>
              <a:buSzPct val="90000"/>
              <a:buFont typeface="Wingdings" panose="05000000000000000000" pitchFamily="2" charset="2"/>
              <a:buChar char="q"/>
            </a:pPr>
            <a:r>
              <a:rPr lang="en-US" sz="2400" dirty="0"/>
              <a:t>C</a:t>
            </a:r>
            <a:r>
              <a:rPr lang="en-US" sz="2400" dirty="0" smtClean="0"/>
              <a:t>hunk-based </a:t>
            </a:r>
            <a:r>
              <a:rPr lang="en-US" sz="2400" dirty="0"/>
              <a:t>file reading</a:t>
            </a:r>
          </a:p>
          <a:p>
            <a:pPr>
              <a:buSzPct val="90000"/>
              <a:buFont typeface="Wingdings" panose="05000000000000000000" pitchFamily="2" charset="2"/>
              <a:buChar char="q"/>
            </a:pPr>
            <a:r>
              <a:rPr lang="en-US" sz="2400" dirty="0"/>
              <a:t>S</a:t>
            </a:r>
            <a:r>
              <a:rPr lang="en-US" sz="2400" dirty="0" smtClean="0"/>
              <a:t>ortable </a:t>
            </a:r>
            <a:r>
              <a:rPr lang="en-US" sz="2400" dirty="0"/>
              <a:t>results table</a:t>
            </a:r>
          </a:p>
          <a:p>
            <a:pPr>
              <a:buSzPct val="90000"/>
              <a:buFont typeface="Wingdings" panose="05000000000000000000" pitchFamily="2" charset="2"/>
              <a:buChar char="q"/>
            </a:pPr>
            <a:r>
              <a:rPr lang="en-US" sz="2400" dirty="0" smtClean="0"/>
              <a:t>Fuzzy hashing </a:t>
            </a:r>
            <a:endParaRPr lang="en-US" sz="2400" dirty="0"/>
          </a:p>
          <a:p>
            <a:pPr>
              <a:buSzPct val="90000"/>
              <a:buFont typeface="Wingdings" panose="05000000000000000000" pitchFamily="2" charset="2"/>
              <a:buChar char="q"/>
            </a:pPr>
            <a:r>
              <a:rPr lang="en-US" sz="2400" dirty="0"/>
              <a:t>D</a:t>
            </a:r>
            <a:r>
              <a:rPr lang="en-US" sz="2400" dirty="0" smtClean="0"/>
              <a:t>eletion </a:t>
            </a:r>
            <a:r>
              <a:rPr lang="en-US" sz="2400" dirty="0"/>
              <a:t>logging system</a:t>
            </a:r>
          </a:p>
          <a:p>
            <a:pPr marL="0" indent="0">
              <a:buSzPct val="90000"/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ar-EG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BC6F9-63DC-418A-A30A-9A9F771FE3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0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System Workflow</a:t>
            </a:r>
            <a:endParaRPr lang="ar-EG" dirty="0">
              <a:solidFill>
                <a:srgbClr val="FFFEFF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2CBC6F9-63DC-418A-A30A-9A9F771FE38A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xmlns="" id="{C7D1D636-22D4-6EA9-F2C7-924D4DEAC5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2977013"/>
              </p:ext>
            </p:extLst>
          </p:nvPr>
        </p:nvGraphicFramePr>
        <p:xfrm>
          <a:off x="557377" y="1978573"/>
          <a:ext cx="10992939" cy="4518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1607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xmlns="" id="{B871AE93-72B2-4545-989F-4B08DCD787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548641"/>
            <a:ext cx="12191999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C1B0F13F-C83B-4678-ABCC-5F6FB1D388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4E9308-242D-4B36-BC92-F15BAF7D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Browser logic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02074ED4-9DB5-4D14-BDCF-BD7D0C1451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C48FF616-1F75-49FC-861B-7B794054AA6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9184B385-16B6-44A9-9A47-1C765B3763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47D7FAA-7AFA-40AB-A799-1EC959AB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2CBC6F9-63DC-418A-A30A-9A9F771FE38A}" type="slidenum">
              <a:rPr lang="en-US" smtClean="0"/>
              <a:pPr defTabSz="914400"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34" name="TextBox 2">
            <a:extLst>
              <a:ext uri="{FF2B5EF4-FFF2-40B4-BE49-F238E27FC236}">
                <a16:creationId xmlns:a16="http://schemas.microsoft.com/office/drawing/2014/main" xmlns="" id="{BA8AF170-DC0A-B5EF-9B90-943E78A4B1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8248820"/>
              </p:ext>
            </p:extLst>
          </p:nvPr>
        </p:nvGraphicFramePr>
        <p:xfrm>
          <a:off x="3555124" y="670034"/>
          <a:ext cx="8205952" cy="5770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5601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Scan logic (Preparation &amp; file discovery- </a:t>
            </a:r>
            <a:r>
              <a:rPr lang="en-US" dirty="0"/>
              <a:t>)</a:t>
            </a:r>
            <a:endParaRPr lang="ar-EG" cap="non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64200" y="1930560"/>
            <a:ext cx="11029615" cy="367830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Validation (folder path not empty) </a:t>
            </a:r>
          </a:p>
          <a:p>
            <a:r>
              <a:rPr lang="en-US" sz="2400" dirty="0"/>
              <a:t> Clear previous results (empty </a:t>
            </a:r>
            <a:r>
              <a:rPr lang="en-US" sz="2400" b="1" u="sng" dirty="0"/>
              <a:t>DataGridView</a:t>
            </a:r>
            <a:r>
              <a:rPr lang="en-US" sz="2400" dirty="0"/>
              <a:t> ) </a:t>
            </a:r>
          </a:p>
          <a:p>
            <a:r>
              <a:rPr lang="en-US" sz="2400" dirty="0"/>
              <a:t>Start </a:t>
            </a:r>
            <a:r>
              <a:rPr lang="en-US" sz="2400" b="1" i="1" u="sng" dirty="0"/>
              <a:t>BackgroundWorker</a:t>
            </a:r>
            <a:r>
              <a:rPr lang="en-US" sz="2400" dirty="0"/>
              <a:t> (UI stays responsive )</a:t>
            </a:r>
          </a:p>
          <a:p>
            <a:pPr marL="0" indent="0">
              <a:buNone/>
            </a:pPr>
            <a:r>
              <a:rPr lang="en-US" sz="2400" dirty="0"/>
              <a:t>    Background thread (</a:t>
            </a:r>
            <a:r>
              <a:rPr lang="en-US" sz="2400" b="1" i="1" u="sng" dirty="0"/>
              <a:t>DoWork</a:t>
            </a:r>
            <a:r>
              <a:rPr lang="en-US" sz="2400" dirty="0"/>
              <a:t>)</a:t>
            </a:r>
          </a:p>
          <a:p>
            <a:r>
              <a:rPr lang="en-US" sz="2400" dirty="0"/>
              <a:t> </a:t>
            </a:r>
            <a:r>
              <a:rPr lang="en-US" sz="2400" b="1" i="1" u="sng" dirty="0"/>
              <a:t>Directory.GetFiles </a:t>
            </a:r>
            <a:r>
              <a:rPr lang="en-US" sz="2400" dirty="0"/>
              <a:t>(recursive, all files)  </a:t>
            </a:r>
          </a:p>
          <a:p>
            <a:pPr marL="0" indent="0">
              <a:buNone/>
            </a:pPr>
            <a:r>
              <a:rPr lang="en-US" sz="2400" dirty="0"/>
              <a:t>         Catches specific exceptions</a:t>
            </a:r>
            <a:r>
              <a:rPr lang="en-US" sz="2400" b="1" i="1" u="sng" dirty="0"/>
              <a:t>: UnauthorizedAccessException- PathTooLongException</a:t>
            </a:r>
            <a:endParaRPr lang="en-US" sz="2400" dirty="0"/>
          </a:p>
          <a:p>
            <a:r>
              <a:rPr lang="en-US" sz="2400" dirty="0"/>
              <a:t> Create </a:t>
            </a:r>
            <a:r>
              <a:rPr lang="en-US" sz="2400" b="1" i="1" u="sng" dirty="0"/>
              <a:t>FileMetadata</a:t>
            </a:r>
            <a:r>
              <a:rPr lang="en-US" sz="2400" dirty="0"/>
              <a:t>[] array (name, path, size, date, category)  - </a:t>
            </a:r>
          </a:p>
          <a:p>
            <a:r>
              <a:rPr lang="en-US" sz="2400" dirty="0"/>
              <a:t>Progress reporting every 10 files → update progress bar &amp; status label </a:t>
            </a:r>
            <a:endParaRPr lang="ar-EG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BC6F9-63DC-418A-A30A-9A9F771FE3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2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Helper logic</a:t>
            </a:r>
            <a:endParaRPr lang="ar-EG" cap="non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1760" y="2180496"/>
            <a:ext cx="11499047" cy="367830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 </a:t>
            </a:r>
            <a:r>
              <a:rPr lang="en-US" sz="3000" b="1" dirty="0"/>
              <a:t>Group by size </a:t>
            </a:r>
            <a:r>
              <a:rPr lang="en-US" sz="2400" b="1" i="1" u="sng" dirty="0"/>
              <a:t>Dictionary&lt;long, List&lt;FileMetadata&gt; &gt; </a:t>
            </a:r>
            <a:br>
              <a:rPr lang="en-US" sz="2400" b="1" i="1" u="sng" dirty="0"/>
            </a:br>
            <a:r>
              <a:rPr lang="en-US" sz="2400" dirty="0"/>
              <a:t>Discard size groups with ≤1 file  -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b="1" dirty="0"/>
              <a:t>Hash computation </a:t>
            </a:r>
            <a:r>
              <a:rPr lang="en-US" sz="2400" dirty="0"/>
              <a:t>(polymorphism)  </a:t>
            </a:r>
            <a:br>
              <a:rPr lang="en-US" sz="2400" dirty="0"/>
            </a:br>
            <a:r>
              <a:rPr lang="en-US" sz="2400" dirty="0"/>
              <a:t>User selects </a:t>
            </a:r>
            <a:r>
              <a:rPr lang="en-US" sz="2400" b="1" u="sng" dirty="0"/>
              <a:t>SHA256 or MD5 (Enum)  </a:t>
            </a:r>
          </a:p>
          <a:p>
            <a:pPr marL="0" indent="0">
              <a:buNone/>
            </a:pPr>
            <a:r>
              <a:rPr lang="en-US" sz="2400" dirty="0"/>
              <a:t>    Read file in </a:t>
            </a:r>
            <a:r>
              <a:rPr lang="en-US" sz="2400" b="1" i="1" u="sng" dirty="0"/>
              <a:t>8 KB chunks </a:t>
            </a:r>
            <a:r>
              <a:rPr lang="en-US" sz="2400" dirty="0"/>
              <a:t>(FileStream) → memory‑efficient </a:t>
            </a:r>
          </a:p>
          <a:p>
            <a:pPr marL="0" indent="0">
              <a:buNone/>
            </a:pPr>
            <a:r>
              <a:rPr lang="en-US" sz="2400" dirty="0"/>
              <a:t>    Compute hash, store in </a:t>
            </a:r>
            <a:r>
              <a:rPr lang="en-US" sz="2400" b="1" i="1" u="sng" dirty="0"/>
              <a:t>FileMetadata.Hash  .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Group by hash :- within each size group, group by hash  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3100" b="1" dirty="0"/>
              <a:t>Prepare rows </a:t>
            </a:r>
            <a:r>
              <a:rPr lang="en-US" sz="2600" b="1" dirty="0"/>
              <a:t>:- </a:t>
            </a:r>
            <a:r>
              <a:rPr lang="en-US" sz="2400" dirty="0"/>
              <a:t>create </a:t>
            </a:r>
            <a:r>
              <a:rPr lang="en-US" sz="2400" b="1" i="1" u="sng" dirty="0"/>
              <a:t>DataGridViewRow objects </a:t>
            </a:r>
            <a:r>
              <a:rPr lang="en-US" sz="2400" dirty="0"/>
              <a:t>from duplicate files  -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100" b="1" dirty="0"/>
              <a:t>Pass results</a:t>
            </a:r>
          </a:p>
          <a:p>
            <a:pPr marL="0" indent="0">
              <a:buNone/>
            </a:pPr>
            <a:r>
              <a:rPr lang="en-US" sz="2400" b="1" i="1" u="sng" dirty="0"/>
              <a:t>e.Result </a:t>
            </a:r>
            <a:r>
              <a:rPr lang="en-US" sz="2400" dirty="0"/>
              <a:t>= List&lt;DataGridViewRow&gt; to UI thread </a:t>
            </a:r>
            <a:endParaRPr lang="ar-EG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BC6F9-63DC-418A-A30A-9A9F771FE3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1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logic </a:t>
            </a:r>
            <a:endParaRPr lang="ar-EG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4578" y="2191407"/>
            <a:ext cx="11610808" cy="3192517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400" b="1" dirty="0"/>
              <a:t>User confirmation </a:t>
            </a:r>
          </a:p>
          <a:p>
            <a:pPr marL="0" indent="0">
              <a:buNone/>
            </a:pPr>
            <a:r>
              <a:rPr lang="en-US" sz="2400" dirty="0"/>
              <a:t>MessageBox with Yes/No  -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900" b="1" dirty="0"/>
              <a:t>Group displayed rows by hash </a:t>
            </a:r>
          </a:p>
          <a:p>
            <a:pPr marL="0" indent="0">
              <a:buNone/>
            </a:pPr>
            <a:r>
              <a:rPr lang="en-US" sz="2900" b="1" i="1" dirty="0"/>
              <a:t> </a:t>
            </a:r>
            <a:r>
              <a:rPr lang="en-US" sz="2400" b="1" i="1" u="sng" dirty="0"/>
              <a:t>Dictionary&lt;string, List&lt;DataGridViewRow&gt; &gt; </a:t>
            </a:r>
          </a:p>
          <a:p>
            <a:pPr marL="0" indent="0">
              <a:buNone/>
            </a:pPr>
            <a:r>
              <a:rPr lang="en-US" sz="2400" dirty="0"/>
              <a:t>  Keep first file per group ,delete the rest (</a:t>
            </a:r>
            <a:r>
              <a:rPr lang="en-US" sz="2400" dirty="0" err="1"/>
              <a:t>i</a:t>
            </a:r>
            <a:r>
              <a:rPr lang="en-US" sz="2400" dirty="0"/>
              <a:t> = 1 to group.Count . Each deletion wrapped in try-catch Error collection 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3800" b="1" dirty="0"/>
              <a:t>store messages in List&lt;string&gt; </a:t>
            </a:r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Summary dialog :- shows deleted count + any errors (if any) </a:t>
            </a:r>
            <a:endParaRPr lang="ar-EG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BC6F9-63DC-418A-A30A-9A9F771FE3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71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Fuzzy hashing</a:t>
            </a:r>
            <a:endParaRPr lang="ar-EG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36609" y="692727"/>
            <a:ext cx="10350045" cy="5985164"/>
          </a:xfrm>
        </p:spPr>
        <p:txBody>
          <a:bodyPr>
            <a:normAutofit/>
          </a:bodyPr>
          <a:lstStyle/>
          <a:p>
            <a:pPr lvl="1">
              <a:buFont typeface="Wingdings" pitchFamily="2" charset="2"/>
              <a:buChar char="q"/>
            </a:pPr>
            <a:r>
              <a:rPr lang="en-US" sz="2200" dirty="0"/>
              <a:t>Fuzzy hashing is a technique used to detect similarity between files, even when they are not </a:t>
            </a:r>
            <a:r>
              <a:rPr lang="en-US" sz="2200" dirty="0" smtClean="0"/>
              <a:t>identical</a:t>
            </a:r>
          </a:p>
          <a:p>
            <a:pPr lvl="1">
              <a:buFont typeface="Wingdings" pitchFamily="2" charset="2"/>
              <a:buChar char="q"/>
            </a:pPr>
            <a:r>
              <a:rPr lang="en-US" sz="2200" dirty="0"/>
              <a:t>Instead of generating one hash for the entire file, fuzzy </a:t>
            </a:r>
            <a:r>
              <a:rPr lang="en-US" sz="2200" dirty="0" smtClean="0"/>
              <a:t>hashing</a:t>
            </a:r>
            <a:endParaRPr lang="en-US" sz="2200" dirty="0"/>
          </a:p>
          <a:p>
            <a:pPr lvl="1">
              <a:buFont typeface="Wingdings" pitchFamily="2" charset="2"/>
              <a:buChar char="q"/>
            </a:pPr>
            <a:r>
              <a:rPr lang="en-US" sz="2200" dirty="0"/>
              <a:t>Splits the file into multiple blocks</a:t>
            </a:r>
          </a:p>
          <a:p>
            <a:pPr lvl="1">
              <a:buFont typeface="Wingdings" pitchFamily="2" charset="2"/>
              <a:buChar char="q"/>
            </a:pPr>
            <a:r>
              <a:rPr lang="en-US" sz="2200" dirty="0"/>
              <a:t>Calculates hash values for each block</a:t>
            </a:r>
          </a:p>
          <a:p>
            <a:pPr lvl="1">
              <a:buFont typeface="Wingdings" pitchFamily="2" charset="2"/>
              <a:buChar char="q"/>
            </a:pPr>
            <a:r>
              <a:rPr lang="en-US" sz="2200" dirty="0"/>
              <a:t>Combines them into a similarity-aware fingerprint</a:t>
            </a:r>
            <a:endParaRPr lang="en-US" sz="2200" dirty="0" smtClean="0"/>
          </a:p>
          <a:p>
            <a:pPr marL="324000" lvl="1" indent="0">
              <a:buNone/>
            </a:pPr>
            <a:endParaRPr lang="ar-EG" sz="2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BC6F9-63DC-418A-A30A-9A9F771FE3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5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264" y="2511832"/>
            <a:ext cx="4765330" cy="268515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BC6F9-63DC-418A-A30A-9A9F771FE38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8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0F9D61BC598A43AF8403C058E87F7C" ma:contentTypeVersion="5" ma:contentTypeDescription="Create a new document." ma:contentTypeScope="" ma:versionID="44f02589309c4f7864ac5522038a7fe3">
  <xsd:schema xmlns:xsd="http://www.w3.org/2001/XMLSchema" xmlns:xs="http://www.w3.org/2001/XMLSchema" xmlns:p="http://schemas.microsoft.com/office/2006/metadata/properties" xmlns:ns3="d2cf47bf-e3b7-41db-b58a-779501fd7053" targetNamespace="http://schemas.microsoft.com/office/2006/metadata/properties" ma:root="true" ma:fieldsID="c0e33fd0819dbd3a4c38abefc7f40afb" ns3:_="">
    <xsd:import namespace="d2cf47bf-e3b7-41db-b58a-779501fd705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cf47bf-e3b7-41db-b58a-779501fd70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51189-9383-48A5-9B9B-18A2534122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cf47bf-e3b7-41db-b58a-779501fd70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1321B2-6008-45F4-900D-CA364D06D86B}">
  <ds:schemaRefs>
    <ds:schemaRef ds:uri="http://schemas.openxmlformats.org/package/2006/metadata/core-properties"/>
    <ds:schemaRef ds:uri="d2cf47bf-e3b7-41db-b58a-779501fd705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0CAFE33-D31A-451E-85A2-C2565C1C487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7669</TotalTime>
  <Words>379</Words>
  <Application>Microsoft Office PowerPoint</Application>
  <PresentationFormat>Custom</PresentationFormat>
  <Paragraphs>97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Dividend</vt:lpstr>
      <vt:lpstr>Mansoura University  Faculty of Computers and Information Second Semester- 2024-2025 </vt:lpstr>
      <vt:lpstr>PowerPoint Presentation</vt:lpstr>
      <vt:lpstr>Problem Statement</vt:lpstr>
      <vt:lpstr>Project Objective</vt:lpstr>
      <vt:lpstr>System Features</vt:lpstr>
      <vt:lpstr>System Workflow</vt:lpstr>
      <vt:lpstr>Browser logic</vt:lpstr>
      <vt:lpstr>Scan logic (Preparation &amp; file discovery- )</vt:lpstr>
      <vt:lpstr>Helper logic</vt:lpstr>
      <vt:lpstr>Delete logic </vt:lpstr>
      <vt:lpstr>Fuzzy hashing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Amira R. Abdo Rezk</dc:creator>
  <cp:lastModifiedBy>realuser</cp:lastModifiedBy>
  <cp:revision>173</cp:revision>
  <dcterms:created xsi:type="dcterms:W3CDTF">2020-09-28T07:50:42Z</dcterms:created>
  <dcterms:modified xsi:type="dcterms:W3CDTF">2026-04-25T20:05:23Z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0x0101000D0F9D61BC598A43AF8403C058E87F7C</vt:lpwstr>
  </property>
</Properties>
</file>